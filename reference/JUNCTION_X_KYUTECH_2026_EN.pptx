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56" r:id="rId5"/>
    <p:sldId id="257" r:id="rId6"/>
    <p:sldId id="258" r:id="rId7"/>
    <p:sldId id="267" r:id="rId8"/>
    <p:sldId id="259" r:id="rId9"/>
    <p:sldId id="260" r:id="rId10"/>
    <p:sldId id="261" r:id="rId11"/>
    <p:sldId id="262" r:id="rId12"/>
    <p:sldId id="263" r:id="rId13"/>
    <p:sldId id="264" r:id="rId14"/>
    <p:sldId id="265" r:id="rId15"/>
    <p:sldId id="266"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D1B095-095A-48A7-9EDA-F64432AEE649}" v="10" dt="2026-07-10T01:13:19.7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西野 貴子" userId="e20c2e29-d77f-4779-8a8a-64c603c46b81" providerId="ADAL" clId="{782A8A62-3D42-4020-8CA5-40E7C6655E31}"/>
    <pc:docChg chg="addSld modSld sldOrd">
      <pc:chgData name="西野 貴子" userId="e20c2e29-d77f-4779-8a8a-64c603c46b81" providerId="ADAL" clId="{782A8A62-3D42-4020-8CA5-40E7C6655E31}" dt="2026-07-08T02:17:51.740" v="199"/>
      <pc:docMkLst>
        <pc:docMk/>
      </pc:docMkLst>
      <pc:sldChg chg="modSp mod">
        <pc:chgData name="西野 貴子" userId="e20c2e29-d77f-4779-8a8a-64c603c46b81" providerId="ADAL" clId="{782A8A62-3D42-4020-8CA5-40E7C6655E31}" dt="2026-07-08T02:09:06.988" v="4" actId="20577"/>
        <pc:sldMkLst>
          <pc:docMk/>
          <pc:sldMk cId="0" sldId="263"/>
        </pc:sldMkLst>
        <pc:spChg chg="mod">
          <ac:chgData name="西野 貴子" userId="e20c2e29-d77f-4779-8a8a-64c603c46b81" providerId="ADAL" clId="{782A8A62-3D42-4020-8CA5-40E7C6655E31}" dt="2026-07-08T02:09:06.988" v="4" actId="20577"/>
          <ac:spMkLst>
            <pc:docMk/>
            <pc:sldMk cId="0" sldId="263"/>
            <ac:spMk id="14" creationId="{00000000-0000-0000-0000-000000000000}"/>
          </ac:spMkLst>
        </pc:spChg>
      </pc:sldChg>
      <pc:sldChg chg="addSp modSp mod">
        <pc:chgData name="西野 貴子" userId="e20c2e29-d77f-4779-8a8a-64c603c46b81" providerId="ADAL" clId="{782A8A62-3D42-4020-8CA5-40E7C6655E31}" dt="2026-07-08T02:11:46.617" v="143"/>
        <pc:sldMkLst>
          <pc:docMk/>
          <pc:sldMk cId="0" sldId="265"/>
        </pc:sldMkLst>
        <pc:spChg chg="mod">
          <ac:chgData name="西野 貴子" userId="e20c2e29-d77f-4779-8a8a-64c603c46b81" providerId="ADAL" clId="{782A8A62-3D42-4020-8CA5-40E7C6655E31}" dt="2026-07-08T02:11:46.617" v="143"/>
          <ac:spMkLst>
            <pc:docMk/>
            <pc:sldMk cId="0" sldId="265"/>
            <ac:spMk id="15" creationId="{00000000-0000-0000-0000-000000000000}"/>
          </ac:spMkLst>
        </pc:spChg>
      </pc:sldChg>
      <pc:sldChg chg="modSp mod ord">
        <pc:chgData name="西野 貴子" userId="e20c2e29-d77f-4779-8a8a-64c603c46b81" providerId="ADAL" clId="{782A8A62-3D42-4020-8CA5-40E7C6655E31}" dt="2026-07-08T02:17:51.740" v="199"/>
        <pc:sldMkLst>
          <pc:docMk/>
          <pc:sldMk cId="0" sldId="266"/>
        </pc:sldMkLst>
        <pc:spChg chg="mod">
          <ac:chgData name="西野 貴子" userId="e20c2e29-d77f-4779-8a8a-64c603c46b81" providerId="ADAL" clId="{782A8A62-3D42-4020-8CA5-40E7C6655E31}" dt="2026-07-08T02:11:59.831" v="144" actId="6549"/>
          <ac:spMkLst>
            <pc:docMk/>
            <pc:sldMk cId="0" sldId="266"/>
            <ac:spMk id="8" creationId="{00000000-0000-0000-0000-000000000000}"/>
          </ac:spMkLst>
        </pc:spChg>
      </pc:sldChg>
      <pc:sldChg chg="modSp add mod">
        <pc:chgData name="西野 貴子" userId="e20c2e29-d77f-4779-8a8a-64c603c46b81" providerId="ADAL" clId="{782A8A62-3D42-4020-8CA5-40E7C6655E31}" dt="2026-07-08T02:17:14.492" v="197" actId="20577"/>
        <pc:sldMkLst>
          <pc:docMk/>
          <pc:sldMk cId="0" sldId="267"/>
        </pc:sldMkLst>
        <pc:spChg chg="mod">
          <ac:chgData name="西野 貴子" userId="e20c2e29-d77f-4779-8a8a-64c603c46b81" providerId="ADAL" clId="{782A8A62-3D42-4020-8CA5-40E7C6655E31}" dt="2026-07-08T02:16:45.340" v="182"/>
          <ac:spMkLst>
            <pc:docMk/>
            <pc:sldMk cId="0" sldId="267"/>
            <ac:spMk id="3" creationId="{00000000-0000-0000-0000-000000000000}"/>
          </ac:spMkLst>
        </pc:spChg>
        <pc:spChg chg="mod">
          <ac:chgData name="西野 貴子" userId="e20c2e29-d77f-4779-8a8a-64c603c46b81" providerId="ADAL" clId="{782A8A62-3D42-4020-8CA5-40E7C6655E31}" dt="2026-07-08T02:14:09.205" v="147" actId="6549"/>
          <ac:spMkLst>
            <pc:docMk/>
            <pc:sldMk cId="0" sldId="267"/>
            <ac:spMk id="4" creationId="{00000000-0000-0000-0000-000000000000}"/>
          </ac:spMkLst>
        </pc:spChg>
        <pc:spChg chg="mod">
          <ac:chgData name="西野 貴子" userId="e20c2e29-d77f-4779-8a8a-64c603c46b81" providerId="ADAL" clId="{782A8A62-3D42-4020-8CA5-40E7C6655E31}" dt="2026-07-08T02:15:08.517" v="175" actId="20577"/>
          <ac:spMkLst>
            <pc:docMk/>
            <pc:sldMk cId="0" sldId="267"/>
            <ac:spMk id="9" creationId="{00000000-0000-0000-0000-000000000000}"/>
          </ac:spMkLst>
        </pc:spChg>
        <pc:spChg chg="mod">
          <ac:chgData name="西野 貴子" userId="e20c2e29-d77f-4779-8a8a-64c603c46b81" providerId="ADAL" clId="{782A8A62-3D42-4020-8CA5-40E7C6655E31}" dt="2026-07-08T02:15:26.237" v="178" actId="20577"/>
          <ac:spMkLst>
            <pc:docMk/>
            <pc:sldMk cId="0" sldId="267"/>
            <ac:spMk id="15" creationId="{00000000-0000-0000-0000-000000000000}"/>
          </ac:spMkLst>
        </pc:spChg>
        <pc:spChg chg="mod">
          <ac:chgData name="西野 貴子" userId="e20c2e29-d77f-4779-8a8a-64c603c46b81" providerId="ADAL" clId="{782A8A62-3D42-4020-8CA5-40E7C6655E31}" dt="2026-07-08T02:15:41.248" v="179"/>
          <ac:spMkLst>
            <pc:docMk/>
            <pc:sldMk cId="0" sldId="267"/>
            <ac:spMk id="21" creationId="{00000000-0000-0000-0000-000000000000}"/>
          </ac:spMkLst>
        </pc:spChg>
        <pc:spChg chg="mod">
          <ac:chgData name="西野 貴子" userId="e20c2e29-d77f-4779-8a8a-64c603c46b81" providerId="ADAL" clId="{782A8A62-3D42-4020-8CA5-40E7C6655E31}" dt="2026-07-08T02:15:55.747" v="180"/>
          <ac:spMkLst>
            <pc:docMk/>
            <pc:sldMk cId="0" sldId="267"/>
            <ac:spMk id="27" creationId="{00000000-0000-0000-0000-000000000000}"/>
          </ac:spMkLst>
        </pc:spChg>
        <pc:spChg chg="mod">
          <ac:chgData name="西野 貴子" userId="e20c2e29-d77f-4779-8a8a-64c603c46b81" providerId="ADAL" clId="{782A8A62-3D42-4020-8CA5-40E7C6655E31}" dt="2026-07-08T02:16:11.815" v="181"/>
          <ac:spMkLst>
            <pc:docMk/>
            <pc:sldMk cId="0" sldId="267"/>
            <ac:spMk id="29" creationId="{00000000-0000-0000-0000-000000000000}"/>
          </ac:spMkLst>
        </pc:spChg>
        <pc:spChg chg="mod">
          <ac:chgData name="西野 貴子" userId="e20c2e29-d77f-4779-8a8a-64c603c46b81" providerId="ADAL" clId="{782A8A62-3D42-4020-8CA5-40E7C6655E31}" dt="2026-07-08T02:17:14.492" v="197" actId="20577"/>
          <ac:spMkLst>
            <pc:docMk/>
            <pc:sldMk cId="0" sldId="267"/>
            <ac:spMk id="35" creationId="{00000000-0000-0000-0000-000000000000}"/>
          </ac:spMkLst>
        </pc:spChg>
      </pc:sldChg>
    </pc:docChg>
  </pc:docChgLst>
  <pc:docChgLst>
    <pc:chgData name="松浦 水咲" userId="45e8e85f-28d5-4af0-aceb-e0f10b641354" providerId="ADAL" clId="{140CEA5F-A6CE-4DE9-BF6E-5FB797687C6D}"/>
    <pc:docChg chg="undo custSel modSld">
      <pc:chgData name="松浦 水咲" userId="45e8e85f-28d5-4af0-aceb-e0f10b641354" providerId="ADAL" clId="{140CEA5F-A6CE-4DE9-BF6E-5FB797687C6D}" dt="2026-07-10T01:13:28.373" v="100" actId="1076"/>
      <pc:docMkLst>
        <pc:docMk/>
      </pc:docMkLst>
      <pc:sldChg chg="addSp delSp modSp mod">
        <pc:chgData name="松浦 水咲" userId="45e8e85f-28d5-4af0-aceb-e0f10b641354" providerId="ADAL" clId="{140CEA5F-A6CE-4DE9-BF6E-5FB797687C6D}" dt="2026-07-10T01:13:28.373" v="100" actId="1076"/>
        <pc:sldMkLst>
          <pc:docMk/>
          <pc:sldMk cId="0" sldId="266"/>
        </pc:sldMkLst>
        <pc:spChg chg="add">
          <ac:chgData name="松浦 水咲" userId="45e8e85f-28d5-4af0-aceb-e0f10b641354" providerId="ADAL" clId="{140CEA5F-A6CE-4DE9-BF6E-5FB797687C6D}" dt="2026-07-08T04:08:18.546" v="18"/>
          <ac:spMkLst>
            <pc:docMk/>
            <pc:sldMk cId="0" sldId="266"/>
            <ac:spMk id="17" creationId="{F6C3D3C3-ACBF-6267-DC7D-89501F23C2F9}"/>
          </ac:spMkLst>
        </pc:spChg>
        <pc:spChg chg="add mod">
          <ac:chgData name="松浦 水咲" userId="45e8e85f-28d5-4af0-aceb-e0f10b641354" providerId="ADAL" clId="{140CEA5F-A6CE-4DE9-BF6E-5FB797687C6D}" dt="2026-07-08T04:08:22.915" v="19"/>
          <ac:spMkLst>
            <pc:docMk/>
            <pc:sldMk cId="0" sldId="266"/>
            <ac:spMk id="19" creationId="{B621C80A-9DAC-C945-3E6E-A52E61C21025}"/>
          </ac:spMkLst>
        </pc:spChg>
        <pc:spChg chg="add mod">
          <ac:chgData name="松浦 水咲" userId="45e8e85f-28d5-4af0-aceb-e0f10b641354" providerId="ADAL" clId="{140CEA5F-A6CE-4DE9-BF6E-5FB797687C6D}" dt="2026-07-08T04:08:37.779" v="21"/>
          <ac:spMkLst>
            <pc:docMk/>
            <pc:sldMk cId="0" sldId="266"/>
            <ac:spMk id="20" creationId="{6C03CDE8-3FEB-27CD-F654-BE251270ED15}"/>
          </ac:spMkLst>
        </pc:spChg>
        <pc:picChg chg="add mod">
          <ac:chgData name="松浦 水咲" userId="45e8e85f-28d5-4af0-aceb-e0f10b641354" providerId="ADAL" clId="{140CEA5F-A6CE-4DE9-BF6E-5FB797687C6D}" dt="2026-07-10T01:13:28.373" v="100" actId="1076"/>
          <ac:picMkLst>
            <pc:docMk/>
            <pc:sldMk cId="0" sldId="266"/>
            <ac:picMk id="11" creationId="{3CED7957-88A7-0754-3AA1-C866ABE59BCB}"/>
          </ac:picMkLst>
        </pc:picChg>
        <pc:picChg chg="mod">
          <ac:chgData name="松浦 水咲" userId="45e8e85f-28d5-4af0-aceb-e0f10b641354" providerId="ADAL" clId="{140CEA5F-A6CE-4DE9-BF6E-5FB797687C6D}" dt="2026-07-10T01:13:22.731" v="97" actId="962"/>
          <ac:picMkLst>
            <pc:docMk/>
            <pc:sldMk cId="0" sldId="266"/>
            <ac:picMk id="15" creationId="{66137422-9E8D-3D43-5E83-30B4177F9F40}"/>
          </ac:picMkLst>
        </pc:picChg>
        <pc:picChg chg="add mod">
          <ac:chgData name="松浦 水咲" userId="45e8e85f-28d5-4af0-aceb-e0f10b641354" providerId="ADAL" clId="{140CEA5F-A6CE-4DE9-BF6E-5FB797687C6D}" dt="2026-07-08T04:12:46.525" v="75" actId="1037"/>
          <ac:picMkLst>
            <pc:docMk/>
            <pc:sldMk cId="0" sldId="266"/>
            <ac:picMk id="24" creationId="{2292AB5E-D3B5-BD35-FBCE-7188E014AE6A}"/>
          </ac:picMkLst>
        </pc:picChg>
        <pc:picChg chg="add mod">
          <ac:chgData name="松浦 水咲" userId="45e8e85f-28d5-4af0-aceb-e0f10b641354" providerId="ADAL" clId="{140CEA5F-A6CE-4DE9-BF6E-5FB797687C6D}" dt="2026-07-08T04:12:36.250" v="50" actId="1076"/>
          <ac:picMkLst>
            <pc:docMk/>
            <pc:sldMk cId="0" sldId="266"/>
            <ac:picMk id="26" creationId="{1062B221-35CC-A44D-B726-DA0CA938BA97}"/>
          </ac:picMkLst>
        </pc:picChg>
      </pc:sldChg>
      <pc:sldChg chg="modSp mod">
        <pc:chgData name="松浦 水咲" userId="45e8e85f-28d5-4af0-aceb-e0f10b641354" providerId="ADAL" clId="{140CEA5F-A6CE-4DE9-BF6E-5FB797687C6D}" dt="2026-07-08T04:17:25.049" v="93" actId="20577"/>
        <pc:sldMkLst>
          <pc:docMk/>
          <pc:sldMk cId="0" sldId="267"/>
        </pc:sldMkLst>
        <pc:spChg chg="mod">
          <ac:chgData name="松浦 水咲" userId="45e8e85f-28d5-4af0-aceb-e0f10b641354" providerId="ADAL" clId="{140CEA5F-A6CE-4DE9-BF6E-5FB797687C6D}" dt="2026-07-08T04:15:18.716" v="76" actId="6549"/>
          <ac:spMkLst>
            <pc:docMk/>
            <pc:sldMk cId="0" sldId="267"/>
            <ac:spMk id="29" creationId="{00000000-0000-0000-0000-000000000000}"/>
          </ac:spMkLst>
        </pc:spChg>
        <pc:spChg chg="mod">
          <ac:chgData name="松浦 水咲" userId="45e8e85f-28d5-4af0-aceb-e0f10b641354" providerId="ADAL" clId="{140CEA5F-A6CE-4DE9-BF6E-5FB797687C6D}" dt="2026-07-08T04:17:25.049" v="93" actId="20577"/>
          <ac:spMkLst>
            <pc:docMk/>
            <pc:sldMk cId="0" sldId="267"/>
            <ac:spMk id="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16748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C14"/>
        </a:solidFill>
        <a:effectLst/>
      </p:bgPr>
    </p:bg>
    <p:spTree>
      <p:nvGrpSpPr>
        <p:cNvPr id="1" name=""/>
        <p:cNvGrpSpPr/>
        <p:nvPr/>
      </p:nvGrpSpPr>
      <p:grpSpPr>
        <a:xfrm>
          <a:off x="0" y="0"/>
          <a:ext cx="0" cy="0"/>
          <a:chOff x="0" y="0"/>
          <a:chExt cx="0" cy="0"/>
        </a:xfrm>
      </p:grpSpPr>
      <p:sp>
        <p:nvSpPr>
          <p:cNvPr id="2" name="Shape 0"/>
          <p:cNvSpPr/>
          <p:nvPr/>
        </p:nvSpPr>
        <p:spPr>
          <a:xfrm>
            <a:off x="6766560" y="-1463040"/>
            <a:ext cx="4023360" cy="4023360"/>
          </a:xfrm>
          <a:prstGeom prst="ellipse">
            <a:avLst/>
          </a:prstGeom>
          <a:solidFill>
            <a:srgbClr val="1A2C4A">
              <a:alpha val="60000"/>
            </a:srgbClr>
          </a:solidFill>
          <a:ln/>
        </p:spPr>
        <p:txBody>
          <a:bodyPr/>
          <a:lstStyle/>
          <a:p>
            <a:endParaRPr lang="ja-JP" altLang="en-US"/>
          </a:p>
        </p:txBody>
      </p:sp>
      <p:sp>
        <p:nvSpPr>
          <p:cNvPr id="3" name="Shape 1"/>
          <p:cNvSpPr/>
          <p:nvPr/>
        </p:nvSpPr>
        <p:spPr>
          <a:xfrm>
            <a:off x="-1463040" y="3291840"/>
            <a:ext cx="3840480" cy="3840480"/>
          </a:xfrm>
          <a:prstGeom prst="ellipse">
            <a:avLst/>
          </a:prstGeom>
          <a:solidFill>
            <a:srgbClr val="241A3E">
              <a:alpha val="60000"/>
            </a:srgbClr>
          </a:solidFill>
          <a:ln/>
        </p:spPr>
        <p:txBody>
          <a:bodyPr/>
          <a:lstStyle/>
          <a:p>
            <a:endParaRPr lang="ja-JP" altLang="en-US"/>
          </a:p>
        </p:txBody>
      </p:sp>
      <p:sp>
        <p:nvSpPr>
          <p:cNvPr id="4" name="Text 2"/>
          <p:cNvSpPr/>
          <p:nvPr/>
        </p:nvSpPr>
        <p:spPr>
          <a:xfrm>
            <a:off x="685800" y="777240"/>
            <a:ext cx="7863840" cy="365760"/>
          </a:xfrm>
          <a:prstGeom prst="rect">
            <a:avLst/>
          </a:prstGeom>
          <a:noFill/>
          <a:ln/>
        </p:spPr>
        <p:txBody>
          <a:bodyPr wrap="square" lIns="0" tIns="0" rIns="0" bIns="0" rtlCol="0" anchor="ctr"/>
          <a:lstStyle/>
          <a:p>
            <a:pPr marL="0" indent="0">
              <a:buNone/>
            </a:pPr>
            <a:r>
              <a:rPr lang="en-US" sz="1500" b="1" kern="0" spc="400" dirty="0">
                <a:solidFill>
                  <a:srgbClr val="35E0E8"/>
                </a:solidFill>
                <a:latin typeface="Arial" pitchFamily="34" charset="0"/>
                <a:ea typeface="Arial" pitchFamily="34" charset="-122"/>
                <a:cs typeface="Arial" pitchFamily="34" charset="-120"/>
              </a:rPr>
              <a:t>STUDENT-DRIVEN GLOBAL HACKATHON</a:t>
            </a:r>
          </a:p>
          <a:p>
            <a:pPr marL="0" indent="0">
              <a:buNone/>
            </a:pPr>
            <a:endParaRPr lang="en-US" sz="1500" dirty="0"/>
          </a:p>
        </p:txBody>
      </p:sp>
      <p:sp>
        <p:nvSpPr>
          <p:cNvPr id="7" name="Text 5"/>
          <p:cNvSpPr/>
          <p:nvPr/>
        </p:nvSpPr>
        <p:spPr>
          <a:xfrm>
            <a:off x="640080" y="2971800"/>
            <a:ext cx="7863840" cy="411480"/>
          </a:xfrm>
          <a:prstGeom prst="rect">
            <a:avLst/>
          </a:prstGeom>
          <a:noFill/>
          <a:ln/>
        </p:spPr>
        <p:txBody>
          <a:bodyPr wrap="square" lIns="0" tIns="0" rIns="0" bIns="0" rtlCol="0" anchor="ctr"/>
          <a:lstStyle/>
          <a:p>
            <a:pPr marL="0" indent="0">
              <a:buNone/>
            </a:pPr>
            <a:r>
              <a:rPr lang="en-US" sz="2000" i="1" dirty="0">
                <a:solidFill>
                  <a:srgbClr val="A78BFA"/>
                </a:solidFill>
                <a:latin typeface="Arial" pitchFamily="34" charset="0"/>
                <a:ea typeface="Arial" pitchFamily="34" charset="-122"/>
                <a:cs typeface="Arial" pitchFamily="34" charset="-120"/>
              </a:rPr>
              <a:t>Call for Hackers &amp; Creators!</a:t>
            </a:r>
            <a:endParaRPr lang="en-US" sz="2000" dirty="0"/>
          </a:p>
        </p:txBody>
      </p:sp>
      <p:sp>
        <p:nvSpPr>
          <p:cNvPr id="10" name="Text 0">
            <a:extLst>
              <a:ext uri="{FF2B5EF4-FFF2-40B4-BE49-F238E27FC236}">
                <a16:creationId xmlns:a16="http://schemas.microsoft.com/office/drawing/2014/main" id="{D1A28BE0-953A-3C12-951D-163F3F01A998}"/>
              </a:ext>
            </a:extLst>
          </p:cNvPr>
          <p:cNvSpPr/>
          <p:nvPr/>
        </p:nvSpPr>
        <p:spPr>
          <a:xfrm>
            <a:off x="685800" y="1170432"/>
            <a:ext cx="5943600" cy="292608"/>
          </a:xfrm>
          <a:prstGeom prst="rect">
            <a:avLst/>
          </a:prstGeom>
          <a:noFill/>
          <a:ln/>
        </p:spPr>
        <p:txBody>
          <a:bodyPr wrap="square" lIns="0" tIns="0" rIns="0" bIns="0" rtlCol="0" anchor="ctr"/>
          <a:lstStyle/>
          <a:p>
            <a:pPr marL="0" indent="0">
              <a:buNone/>
            </a:pPr>
            <a:endParaRPr lang="en-US" sz="1300" dirty="0"/>
          </a:p>
        </p:txBody>
      </p:sp>
      <p:pic>
        <p:nvPicPr>
          <p:cNvPr id="12" name="図 11">
            <a:extLst>
              <a:ext uri="{FF2B5EF4-FFF2-40B4-BE49-F238E27FC236}">
                <a16:creationId xmlns:a16="http://schemas.microsoft.com/office/drawing/2014/main" id="{D5CD2392-9148-3CA1-4C4E-020038AEF2C2}"/>
              </a:ext>
            </a:extLst>
          </p:cNvPr>
          <p:cNvPicPr>
            <a:picLocks noChangeAspect="1"/>
          </p:cNvPicPr>
          <p:nvPr/>
        </p:nvPicPr>
        <p:blipFill>
          <a:blip r:embed="rId3"/>
          <a:stretch>
            <a:fillRect/>
          </a:stretch>
        </p:blipFill>
        <p:spPr>
          <a:xfrm>
            <a:off x="636453" y="1278924"/>
            <a:ext cx="7821747" cy="1286804"/>
          </a:xfrm>
          <a:prstGeom prst="rect">
            <a:avLst/>
          </a:prstGeom>
        </p:spPr>
      </p:pic>
      <p:sp>
        <p:nvSpPr>
          <p:cNvPr id="13" name="Text 1">
            <a:extLst>
              <a:ext uri="{FF2B5EF4-FFF2-40B4-BE49-F238E27FC236}">
                <a16:creationId xmlns:a16="http://schemas.microsoft.com/office/drawing/2014/main" id="{9D2FDD73-0232-3713-5C46-FAAA63E40A31}"/>
              </a:ext>
            </a:extLst>
          </p:cNvPr>
          <p:cNvSpPr/>
          <p:nvPr/>
        </p:nvSpPr>
        <p:spPr>
          <a:xfrm>
            <a:off x="685800" y="2484563"/>
            <a:ext cx="2641600" cy="294345"/>
          </a:xfrm>
          <a:prstGeom prst="rect">
            <a:avLst/>
          </a:prstGeom>
          <a:noFill/>
          <a:ln/>
        </p:spPr>
        <p:txBody>
          <a:bodyPr wrap="square" lIns="0" tIns="0" rIns="0" bIns="0" rtlCol="0" anchor="ctr"/>
          <a:lstStyle/>
          <a:p>
            <a:pPr marL="0" indent="0">
              <a:buNone/>
            </a:pPr>
            <a:r>
              <a:rPr lang="en-US" sz="4400" b="1" kern="0" spc="600" dirty="0">
                <a:solidFill>
                  <a:srgbClr val="FFFFFF"/>
                </a:solidFill>
                <a:latin typeface="Arial" pitchFamily="34" charset="0"/>
                <a:ea typeface="Arial" pitchFamily="34" charset="-122"/>
                <a:cs typeface="Arial" pitchFamily="34" charset="-120"/>
              </a:rPr>
              <a:t>2026</a:t>
            </a:r>
            <a:endParaRPr lang="en-US" sz="4400" dirty="0"/>
          </a:p>
        </p:txBody>
      </p:sp>
      <p:sp>
        <p:nvSpPr>
          <p:cNvPr id="22" name="Shape 2">
            <a:extLst>
              <a:ext uri="{FF2B5EF4-FFF2-40B4-BE49-F238E27FC236}">
                <a16:creationId xmlns:a16="http://schemas.microsoft.com/office/drawing/2014/main" id="{5F883642-79AA-4E0C-21CB-4035B0A9C1B8}"/>
              </a:ext>
            </a:extLst>
          </p:cNvPr>
          <p:cNvSpPr/>
          <p:nvPr/>
        </p:nvSpPr>
        <p:spPr>
          <a:xfrm>
            <a:off x="658368" y="3703320"/>
            <a:ext cx="3639312" cy="566928"/>
          </a:xfrm>
          <a:prstGeom prst="roundRect">
            <a:avLst>
              <a:gd name="adj" fmla="val 14516"/>
            </a:avLst>
          </a:prstGeom>
          <a:solidFill>
            <a:srgbClr val="0B101E">
              <a:alpha val="78000"/>
            </a:srgbClr>
          </a:solidFill>
          <a:ln w="9525">
            <a:solidFill>
              <a:srgbClr val="2BA894"/>
            </a:solidFill>
            <a:prstDash val="solid"/>
          </a:ln>
        </p:spPr>
        <p:txBody>
          <a:bodyPr/>
          <a:lstStyle/>
          <a:p>
            <a:endParaRPr lang="ja-JP" altLang="en-US" dirty="0"/>
          </a:p>
        </p:txBody>
      </p:sp>
      <p:pic>
        <p:nvPicPr>
          <p:cNvPr id="23" name="Image 1" descr="assets/ic_cal.png">
            <a:extLst>
              <a:ext uri="{FF2B5EF4-FFF2-40B4-BE49-F238E27FC236}">
                <a16:creationId xmlns:a16="http://schemas.microsoft.com/office/drawing/2014/main" id="{9EBA9D8A-28A6-D027-1825-5212363893B9}"/>
              </a:ext>
            </a:extLst>
          </p:cNvPr>
          <p:cNvPicPr>
            <a:picLocks noChangeAspect="1"/>
          </p:cNvPicPr>
          <p:nvPr/>
        </p:nvPicPr>
        <p:blipFill>
          <a:blip r:embed="rId4"/>
          <a:stretch>
            <a:fillRect/>
          </a:stretch>
        </p:blipFill>
        <p:spPr>
          <a:xfrm>
            <a:off x="822960" y="3858768"/>
            <a:ext cx="256032" cy="256032"/>
          </a:xfrm>
          <a:prstGeom prst="rect">
            <a:avLst/>
          </a:prstGeom>
        </p:spPr>
      </p:pic>
      <p:sp>
        <p:nvSpPr>
          <p:cNvPr id="24" name="Text 3">
            <a:extLst>
              <a:ext uri="{FF2B5EF4-FFF2-40B4-BE49-F238E27FC236}">
                <a16:creationId xmlns:a16="http://schemas.microsoft.com/office/drawing/2014/main" id="{291457B5-AEE9-4ADD-CD2C-C4357E4158BC}"/>
              </a:ext>
            </a:extLst>
          </p:cNvPr>
          <p:cNvSpPr/>
          <p:nvPr/>
        </p:nvSpPr>
        <p:spPr>
          <a:xfrm>
            <a:off x="1133856" y="3858766"/>
            <a:ext cx="3294144" cy="411481"/>
          </a:xfrm>
          <a:prstGeom prst="rect">
            <a:avLst/>
          </a:prstGeom>
          <a:noFill/>
          <a:ln/>
        </p:spPr>
        <p:txBody>
          <a:bodyPr wrap="square" lIns="0" tIns="0" rIns="0" bIns="0" rtlCol="0" anchor="ctr"/>
          <a:lstStyle/>
          <a:p>
            <a:pPr marL="0" indent="0">
              <a:buNone/>
            </a:pPr>
            <a:r>
              <a:rPr lang="en-US" sz="950" b="1" kern="0" spc="200" dirty="0">
                <a:solidFill>
                  <a:srgbClr val="3EE6C9"/>
                </a:solidFill>
                <a:latin typeface="Arial" pitchFamily="34" charset="0"/>
                <a:ea typeface="Arial" pitchFamily="34" charset="-122"/>
                <a:cs typeface="Arial" pitchFamily="34" charset="-120"/>
              </a:rPr>
              <a:t>DATE  </a:t>
            </a:r>
            <a:r>
              <a:rPr lang="en-US" sz="1150" b="1" dirty="0">
                <a:solidFill>
                  <a:srgbClr val="FFFFFF"/>
                </a:solidFill>
                <a:latin typeface="Meiryo" pitchFamily="34" charset="0"/>
                <a:ea typeface="Meiryo" pitchFamily="34" charset="-122"/>
                <a:cs typeface="Meiryo" pitchFamily="34" charset="-120"/>
              </a:rPr>
              <a:t>Sep 25 (Fri) – 27 (Sun), 2026</a:t>
            </a:r>
          </a:p>
          <a:p>
            <a:pPr marL="0" indent="0">
              <a:buNone/>
            </a:pPr>
            <a:endParaRPr lang="en-US" sz="950" dirty="0"/>
          </a:p>
        </p:txBody>
      </p:sp>
      <p:sp>
        <p:nvSpPr>
          <p:cNvPr id="25" name="Shape 4">
            <a:extLst>
              <a:ext uri="{FF2B5EF4-FFF2-40B4-BE49-F238E27FC236}">
                <a16:creationId xmlns:a16="http://schemas.microsoft.com/office/drawing/2014/main" id="{32D547A6-56F8-E7A8-50A5-8A49AF3FBD97}"/>
              </a:ext>
            </a:extLst>
          </p:cNvPr>
          <p:cNvSpPr/>
          <p:nvPr/>
        </p:nvSpPr>
        <p:spPr>
          <a:xfrm>
            <a:off x="4544568" y="3689604"/>
            <a:ext cx="3749040" cy="566928"/>
          </a:xfrm>
          <a:prstGeom prst="roundRect">
            <a:avLst>
              <a:gd name="adj" fmla="val 14516"/>
            </a:avLst>
          </a:prstGeom>
          <a:solidFill>
            <a:srgbClr val="0B101E">
              <a:alpha val="78000"/>
            </a:srgbClr>
          </a:solidFill>
          <a:ln w="9525">
            <a:solidFill>
              <a:srgbClr val="2BA894"/>
            </a:solidFill>
            <a:prstDash val="solid"/>
          </a:ln>
        </p:spPr>
        <p:txBody>
          <a:bodyPr/>
          <a:lstStyle/>
          <a:p>
            <a:endParaRPr lang="ja-JP" altLang="en-US"/>
          </a:p>
        </p:txBody>
      </p:sp>
      <p:pic>
        <p:nvPicPr>
          <p:cNvPr id="26" name="Image 2" descr="assets/ic_pin.png">
            <a:extLst>
              <a:ext uri="{FF2B5EF4-FFF2-40B4-BE49-F238E27FC236}">
                <a16:creationId xmlns:a16="http://schemas.microsoft.com/office/drawing/2014/main" id="{18A72F6D-C8A8-DEE8-0200-D6A3BDF750A0}"/>
              </a:ext>
            </a:extLst>
          </p:cNvPr>
          <p:cNvPicPr>
            <a:picLocks noChangeAspect="1"/>
          </p:cNvPicPr>
          <p:nvPr/>
        </p:nvPicPr>
        <p:blipFill>
          <a:blip r:embed="rId5"/>
          <a:stretch>
            <a:fillRect/>
          </a:stretch>
        </p:blipFill>
        <p:spPr>
          <a:xfrm>
            <a:off x="4800600" y="3860640"/>
            <a:ext cx="256032" cy="256032"/>
          </a:xfrm>
          <a:prstGeom prst="rect">
            <a:avLst/>
          </a:prstGeom>
        </p:spPr>
      </p:pic>
      <p:sp>
        <p:nvSpPr>
          <p:cNvPr id="27" name="Text 5">
            <a:extLst>
              <a:ext uri="{FF2B5EF4-FFF2-40B4-BE49-F238E27FC236}">
                <a16:creationId xmlns:a16="http://schemas.microsoft.com/office/drawing/2014/main" id="{77423D81-1C98-6C96-6DB8-BECB3F6ED1DC}"/>
              </a:ext>
            </a:extLst>
          </p:cNvPr>
          <p:cNvSpPr/>
          <p:nvPr/>
        </p:nvSpPr>
        <p:spPr>
          <a:xfrm>
            <a:off x="5120640" y="3700008"/>
            <a:ext cx="3200400" cy="566928"/>
          </a:xfrm>
          <a:prstGeom prst="rect">
            <a:avLst/>
          </a:prstGeom>
          <a:noFill/>
          <a:ln/>
        </p:spPr>
        <p:txBody>
          <a:bodyPr wrap="square" lIns="0" tIns="0" rIns="0" bIns="0" rtlCol="0" anchor="ctr"/>
          <a:lstStyle/>
          <a:p>
            <a:pPr marL="0" indent="0">
              <a:buNone/>
            </a:pPr>
            <a:r>
              <a:rPr lang="en-US" sz="950" b="1" kern="0" spc="200" dirty="0">
                <a:solidFill>
                  <a:srgbClr val="3EE6C9"/>
                </a:solidFill>
                <a:latin typeface="Arial" pitchFamily="34" charset="0"/>
                <a:ea typeface="Arial" pitchFamily="34" charset="-122"/>
                <a:cs typeface="Arial" pitchFamily="34" charset="-120"/>
              </a:rPr>
              <a:t>VENUE  </a:t>
            </a:r>
            <a:r>
              <a:rPr lang="en-US" sz="1150" b="1" dirty="0" err="1">
                <a:solidFill>
                  <a:srgbClr val="FFFFFF"/>
                </a:solidFill>
                <a:latin typeface="Meiryo" pitchFamily="34" charset="0"/>
                <a:ea typeface="Meiryo" pitchFamily="34" charset="-122"/>
                <a:cs typeface="Meiryo" pitchFamily="34" charset="-120"/>
              </a:rPr>
              <a:t>GYMLABO（</a:t>
            </a:r>
            <a:r>
              <a:rPr lang="en-US" altLang="ja-JP" sz="1150" b="1" dirty="0" err="1">
                <a:solidFill>
                  <a:srgbClr val="FFFFFF"/>
                </a:solidFill>
                <a:latin typeface="Meiryo" pitchFamily="34" charset="0"/>
                <a:ea typeface="Meiryo" pitchFamily="34" charset="-122"/>
                <a:cs typeface="Meiryo" pitchFamily="34" charset="-120"/>
              </a:rPr>
              <a:t>Tobata</a:t>
            </a:r>
            <a:r>
              <a:rPr lang="en-US" altLang="ja-JP" sz="1150" b="1" dirty="0">
                <a:solidFill>
                  <a:srgbClr val="FFFFFF"/>
                </a:solidFill>
                <a:latin typeface="Meiryo" pitchFamily="34" charset="0"/>
                <a:ea typeface="Meiryo" pitchFamily="34" charset="-122"/>
                <a:cs typeface="Meiryo" pitchFamily="34" charset="-120"/>
              </a:rPr>
              <a:t> Campus</a:t>
            </a:r>
            <a:r>
              <a:rPr lang="ja-JP" altLang="en-US" sz="1150" b="1" dirty="0">
                <a:solidFill>
                  <a:srgbClr val="FFFFFF"/>
                </a:solidFill>
                <a:latin typeface="Meiryo" pitchFamily="34" charset="0"/>
                <a:ea typeface="Meiryo" pitchFamily="34" charset="-122"/>
                <a:cs typeface="Meiryo" pitchFamily="34" charset="-120"/>
              </a:rPr>
              <a: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What is JUNCTION?</a:t>
            </a:r>
            <a:endParaRPr lang="en-US" sz="2800" dirty="0"/>
          </a:p>
        </p:txBody>
      </p:sp>
      <p:pic>
        <p:nvPicPr>
          <p:cNvPr id="3" name="Image 0" descr="preencoded.png"/>
          <p:cNvPicPr>
            <a:picLocks noChangeAspect="1"/>
          </p:cNvPicPr>
          <p:nvPr/>
        </p:nvPicPr>
        <p:blipFill>
          <a:blip r:embed="rId3"/>
          <a:stretch>
            <a:fillRect/>
          </a:stretch>
        </p:blipFill>
        <p:spPr>
          <a:xfrm>
            <a:off x="8229600" y="347472"/>
            <a:ext cx="457200" cy="457200"/>
          </a:xfrm>
          <a:prstGeom prst="rect">
            <a:avLst/>
          </a:prstGeom>
        </p:spPr>
      </p:pic>
      <p:sp>
        <p:nvSpPr>
          <p:cNvPr id="4" name="Text 1"/>
          <p:cNvSpPr/>
          <p:nvPr/>
        </p:nvSpPr>
        <p:spPr>
          <a:xfrm>
            <a:off x="502920" y="1051560"/>
            <a:ext cx="8138160" cy="1051560"/>
          </a:xfrm>
          <a:prstGeom prst="rect">
            <a:avLst/>
          </a:prstGeom>
          <a:noFill/>
          <a:ln/>
        </p:spPr>
        <p:txBody>
          <a:bodyPr wrap="square" lIns="0" tIns="0" rIns="0" bIns="0" rtlCol="0" anchor="t"/>
          <a:lstStyle/>
          <a:p>
            <a:pPr marL="0" indent="0">
              <a:buNone/>
            </a:pPr>
            <a:r>
              <a:rPr lang="en-US" sz="1400" dirty="0">
                <a:solidFill>
                  <a:srgbClr val="FFFFFF"/>
                </a:solidFill>
                <a:latin typeface="Arial" pitchFamily="34" charset="0"/>
                <a:ea typeface="Arial" pitchFamily="34" charset="-122"/>
                <a:cs typeface="Arial" pitchFamily="34" charset="-120"/>
              </a:rPr>
              <a:t>JUNCTION is a global hackathon and tech community, spreading the word of empowering people to create with technology. JUNCTION X lets local tech communities around the world create their own hackathon, bringing together developers, designers, and all other techies.</a:t>
            </a:r>
            <a:endParaRPr lang="en-US" sz="1400" dirty="0"/>
          </a:p>
        </p:txBody>
      </p:sp>
      <p:sp>
        <p:nvSpPr>
          <p:cNvPr id="5" name="Text 2"/>
          <p:cNvSpPr/>
          <p:nvPr/>
        </p:nvSpPr>
        <p:spPr>
          <a:xfrm>
            <a:off x="502920" y="2148840"/>
            <a:ext cx="8138160" cy="640080"/>
          </a:xfrm>
          <a:prstGeom prst="rect">
            <a:avLst/>
          </a:prstGeom>
          <a:noFill/>
          <a:ln/>
        </p:spPr>
        <p:txBody>
          <a:bodyPr wrap="square" lIns="0" tIns="0" rIns="0" bIns="0" rtlCol="0" anchor="t"/>
          <a:lstStyle/>
          <a:p>
            <a:pPr marL="0" indent="0">
              <a:buNone/>
            </a:pPr>
            <a:r>
              <a:rPr lang="en-US" sz="1400" b="1" dirty="0">
                <a:solidFill>
                  <a:srgbClr val="35E0E8"/>
                </a:solidFill>
                <a:latin typeface="Arial" pitchFamily="34" charset="0"/>
                <a:ea typeface="Arial" pitchFamily="34" charset="-122"/>
                <a:cs typeface="Arial" pitchFamily="34" charset="-120"/>
              </a:rPr>
              <a:t>JUNCTION X KYUTECH is an international hackathon organized by Kyutech's student community, officially supported by JUNCTION.</a:t>
            </a:r>
            <a:endParaRPr lang="en-US" sz="1400" dirty="0"/>
          </a:p>
        </p:txBody>
      </p:sp>
      <p:sp>
        <p:nvSpPr>
          <p:cNvPr id="6" name="Shape 3"/>
          <p:cNvSpPr/>
          <p:nvPr/>
        </p:nvSpPr>
        <p:spPr>
          <a:xfrm>
            <a:off x="502920" y="3017520"/>
            <a:ext cx="2606040" cy="1600200"/>
          </a:xfrm>
          <a:prstGeom prst="roundRect">
            <a:avLst>
              <a:gd name="adj" fmla="val 4571"/>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7" name="Text 4"/>
          <p:cNvSpPr/>
          <p:nvPr/>
        </p:nvSpPr>
        <p:spPr>
          <a:xfrm>
            <a:off x="685800" y="3200400"/>
            <a:ext cx="2240280" cy="502920"/>
          </a:xfrm>
          <a:prstGeom prst="rect">
            <a:avLst/>
          </a:prstGeom>
          <a:noFill/>
          <a:ln/>
        </p:spPr>
        <p:txBody>
          <a:bodyPr wrap="square" lIns="0" tIns="0" rIns="0" bIns="0" rtlCol="0" anchor="ctr"/>
          <a:lstStyle/>
          <a:p>
            <a:pPr marL="0" indent="0">
              <a:buNone/>
            </a:pPr>
            <a:r>
              <a:rPr lang="en-US" sz="2400" b="1" dirty="0">
                <a:solidFill>
                  <a:srgbClr val="35E0E8"/>
                </a:solidFill>
                <a:latin typeface="Arial" pitchFamily="34" charset="0"/>
                <a:ea typeface="Arial" pitchFamily="34" charset="-122"/>
                <a:cs typeface="Arial" pitchFamily="34" charset="-120"/>
              </a:rPr>
              <a:t>3 Days</a:t>
            </a:r>
            <a:endParaRPr lang="en-US" sz="2400" dirty="0"/>
          </a:p>
        </p:txBody>
      </p:sp>
      <p:sp>
        <p:nvSpPr>
          <p:cNvPr id="8" name="Text 5"/>
          <p:cNvSpPr/>
          <p:nvPr/>
        </p:nvSpPr>
        <p:spPr>
          <a:xfrm>
            <a:off x="685800" y="3749040"/>
            <a:ext cx="2240280" cy="777240"/>
          </a:xfrm>
          <a:prstGeom prst="rect">
            <a:avLst/>
          </a:prstGeom>
          <a:noFill/>
          <a:ln/>
        </p:spPr>
        <p:txBody>
          <a:bodyPr wrap="square" lIns="0" tIns="0" rIns="0" bIns="0" rtlCol="0" anchor="t"/>
          <a:lstStyle/>
          <a:p>
            <a:pPr marL="0" indent="0">
              <a:buNone/>
            </a:pPr>
            <a:r>
              <a:rPr lang="en-US" sz="1150" dirty="0">
                <a:solidFill>
                  <a:srgbClr val="9BA3B5"/>
                </a:solidFill>
                <a:latin typeface="Arial" pitchFamily="34" charset="0"/>
                <a:ea typeface="Arial" pitchFamily="34" charset="-122"/>
                <a:cs typeface="Arial" pitchFamily="34" charset="-120"/>
              </a:rPr>
              <a:t>Intensive building from Friday afternoon to Sunday night</a:t>
            </a:r>
            <a:endParaRPr lang="en-US" sz="1150" dirty="0"/>
          </a:p>
        </p:txBody>
      </p:sp>
      <p:sp>
        <p:nvSpPr>
          <p:cNvPr id="9" name="Shape 6"/>
          <p:cNvSpPr/>
          <p:nvPr/>
        </p:nvSpPr>
        <p:spPr>
          <a:xfrm>
            <a:off x="3264408" y="3017520"/>
            <a:ext cx="2606040" cy="1600200"/>
          </a:xfrm>
          <a:prstGeom prst="roundRect">
            <a:avLst>
              <a:gd name="adj" fmla="val 4571"/>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0" name="Text 7"/>
          <p:cNvSpPr/>
          <p:nvPr/>
        </p:nvSpPr>
        <p:spPr>
          <a:xfrm>
            <a:off x="3447288" y="3200400"/>
            <a:ext cx="2240280" cy="502920"/>
          </a:xfrm>
          <a:prstGeom prst="rect">
            <a:avLst/>
          </a:prstGeom>
          <a:noFill/>
          <a:ln/>
        </p:spPr>
        <p:txBody>
          <a:bodyPr wrap="square" lIns="0" tIns="0" rIns="0" bIns="0" rtlCol="0" anchor="ctr"/>
          <a:lstStyle/>
          <a:p>
            <a:pPr marL="0" indent="0">
              <a:buNone/>
            </a:pPr>
            <a:r>
              <a:rPr lang="en-US" sz="2400" b="1" dirty="0">
                <a:solidFill>
                  <a:srgbClr val="35E0E8"/>
                </a:solidFill>
                <a:latin typeface="Arial" pitchFamily="34" charset="0"/>
                <a:ea typeface="Arial" pitchFamily="34" charset="-122"/>
                <a:cs typeface="Arial" pitchFamily="34" charset="-120"/>
              </a:rPr>
              <a:t>International</a:t>
            </a:r>
            <a:endParaRPr lang="en-US" sz="2400" dirty="0"/>
          </a:p>
        </p:txBody>
      </p:sp>
      <p:sp>
        <p:nvSpPr>
          <p:cNvPr id="11" name="Text 8"/>
          <p:cNvSpPr/>
          <p:nvPr/>
        </p:nvSpPr>
        <p:spPr>
          <a:xfrm>
            <a:off x="3447288" y="3749040"/>
            <a:ext cx="2240280" cy="777240"/>
          </a:xfrm>
          <a:prstGeom prst="rect">
            <a:avLst/>
          </a:prstGeom>
          <a:noFill/>
          <a:ln/>
        </p:spPr>
        <p:txBody>
          <a:bodyPr wrap="square" lIns="0" tIns="0" rIns="0" bIns="0" rtlCol="0" anchor="t"/>
          <a:lstStyle/>
          <a:p>
            <a:pPr marL="0" indent="0">
              <a:buNone/>
            </a:pPr>
            <a:r>
              <a:rPr lang="en-US" sz="1150" dirty="0">
                <a:solidFill>
                  <a:srgbClr val="9BA3B5"/>
                </a:solidFill>
                <a:latin typeface="Arial" pitchFamily="34" charset="0"/>
                <a:ea typeface="Arial" pitchFamily="34" charset="-122"/>
                <a:cs typeface="Arial" pitchFamily="34" charset="-120"/>
              </a:rPr>
              <a:t>English is the official language — a truly global experience</a:t>
            </a:r>
            <a:endParaRPr lang="en-US" sz="1150" dirty="0"/>
          </a:p>
        </p:txBody>
      </p:sp>
      <p:sp>
        <p:nvSpPr>
          <p:cNvPr id="12" name="Shape 9"/>
          <p:cNvSpPr/>
          <p:nvPr/>
        </p:nvSpPr>
        <p:spPr>
          <a:xfrm>
            <a:off x="6025896" y="3017520"/>
            <a:ext cx="2606040" cy="1600200"/>
          </a:xfrm>
          <a:prstGeom prst="roundRect">
            <a:avLst>
              <a:gd name="adj" fmla="val 4571"/>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3" name="Text 10"/>
          <p:cNvSpPr/>
          <p:nvPr/>
        </p:nvSpPr>
        <p:spPr>
          <a:xfrm>
            <a:off x="6208776" y="3200400"/>
            <a:ext cx="2240280" cy="502920"/>
          </a:xfrm>
          <a:prstGeom prst="rect">
            <a:avLst/>
          </a:prstGeom>
          <a:noFill/>
          <a:ln/>
        </p:spPr>
        <p:txBody>
          <a:bodyPr wrap="square" lIns="0" tIns="0" rIns="0" bIns="0" rtlCol="0" anchor="ctr"/>
          <a:lstStyle/>
          <a:p>
            <a:pPr marL="0" indent="0">
              <a:buNone/>
            </a:pPr>
            <a:r>
              <a:rPr lang="en-US" sz="2400" b="1" dirty="0">
                <a:solidFill>
                  <a:srgbClr val="35E0E8"/>
                </a:solidFill>
                <a:latin typeface="Arial" pitchFamily="34" charset="0"/>
                <a:ea typeface="Arial" pitchFamily="34" charset="-122"/>
                <a:cs typeface="Arial" pitchFamily="34" charset="-120"/>
              </a:rPr>
              <a:t>Free Entry</a:t>
            </a:r>
            <a:endParaRPr lang="en-US" sz="2400" dirty="0"/>
          </a:p>
        </p:txBody>
      </p:sp>
      <p:sp>
        <p:nvSpPr>
          <p:cNvPr id="14" name="Text 11"/>
          <p:cNvSpPr/>
          <p:nvPr/>
        </p:nvSpPr>
        <p:spPr>
          <a:xfrm>
            <a:off x="6208776" y="3749040"/>
            <a:ext cx="2240280" cy="777240"/>
          </a:xfrm>
          <a:prstGeom prst="rect">
            <a:avLst/>
          </a:prstGeom>
          <a:noFill/>
          <a:ln/>
        </p:spPr>
        <p:txBody>
          <a:bodyPr wrap="square" lIns="0" tIns="0" rIns="0" bIns="0" rtlCol="0" anchor="t"/>
          <a:lstStyle/>
          <a:p>
            <a:pPr marL="0" indent="0">
              <a:buNone/>
            </a:pPr>
            <a:r>
              <a:rPr lang="en-US" sz="1150" dirty="0">
                <a:solidFill>
                  <a:srgbClr val="9BA3B5"/>
                </a:solidFill>
                <a:latin typeface="Arial" pitchFamily="34" charset="0"/>
                <a:ea typeface="Arial" pitchFamily="34" charset="-122"/>
                <a:cs typeface="Arial" pitchFamily="34" charset="-120"/>
              </a:rPr>
              <a:t>No fee. Meals and snacks provided during the event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C14"/>
        </a:solidFill>
        <a:effectLst/>
      </p:bgPr>
    </p:bg>
    <p:spTree>
      <p:nvGrpSpPr>
        <p:cNvPr id="1" name=""/>
        <p:cNvGrpSpPr/>
        <p:nvPr/>
      </p:nvGrpSpPr>
      <p:grpSpPr>
        <a:xfrm>
          <a:off x="0" y="0"/>
          <a:ext cx="0" cy="0"/>
          <a:chOff x="0" y="0"/>
          <a:chExt cx="0" cy="0"/>
        </a:xfrm>
      </p:grpSpPr>
      <p:sp>
        <p:nvSpPr>
          <p:cNvPr id="2" name="Shape 0"/>
          <p:cNvSpPr/>
          <p:nvPr/>
        </p:nvSpPr>
        <p:spPr>
          <a:xfrm>
            <a:off x="6309360" y="2651760"/>
            <a:ext cx="4206240" cy="4206240"/>
          </a:xfrm>
          <a:prstGeom prst="ellipse">
            <a:avLst/>
          </a:prstGeom>
          <a:solidFill>
            <a:srgbClr val="16283F">
              <a:alpha val="65000"/>
            </a:srgbClr>
          </a:solidFill>
          <a:ln/>
        </p:spPr>
        <p:txBody>
          <a:bodyPr/>
          <a:lstStyle/>
          <a:p>
            <a:endParaRPr lang="ja-JP" altLang="en-US"/>
          </a:p>
        </p:txBody>
      </p:sp>
      <p:sp>
        <p:nvSpPr>
          <p:cNvPr id="3" name="Shape 1"/>
          <p:cNvSpPr/>
          <p:nvPr/>
        </p:nvSpPr>
        <p:spPr>
          <a:xfrm>
            <a:off x="-1280160" y="-1645920"/>
            <a:ext cx="3657600" cy="3657600"/>
          </a:xfrm>
          <a:prstGeom prst="ellipse">
            <a:avLst/>
          </a:prstGeom>
          <a:solidFill>
            <a:srgbClr val="241A3E">
              <a:alpha val="65000"/>
            </a:srgbClr>
          </a:solidFill>
          <a:ln/>
        </p:spPr>
        <p:txBody>
          <a:bodyPr/>
          <a:lstStyle/>
          <a:p>
            <a:endParaRPr lang="ja-JP" altLang="en-US"/>
          </a:p>
        </p:txBody>
      </p:sp>
      <p:sp>
        <p:nvSpPr>
          <p:cNvPr id="4" name="Text 2"/>
          <p:cNvSpPr/>
          <p:nvPr/>
        </p:nvSpPr>
        <p:spPr>
          <a:xfrm>
            <a:off x="640080" y="914400"/>
            <a:ext cx="7863840" cy="365760"/>
          </a:xfrm>
          <a:prstGeom prst="rect">
            <a:avLst/>
          </a:prstGeom>
          <a:noFill/>
          <a:ln/>
        </p:spPr>
        <p:txBody>
          <a:bodyPr wrap="square" lIns="0" tIns="0" rIns="0" bIns="0" rtlCol="0" anchor="ctr"/>
          <a:lstStyle/>
          <a:p>
            <a:pPr marL="0" indent="0" algn="ctr">
              <a:buNone/>
            </a:pPr>
            <a:r>
              <a:rPr lang="en-US" sz="1500" b="1" kern="0" spc="400" dirty="0">
                <a:solidFill>
                  <a:srgbClr val="A78BFA"/>
                </a:solidFill>
                <a:latin typeface="Arial" pitchFamily="34" charset="0"/>
                <a:ea typeface="Arial" pitchFamily="34" charset="-122"/>
                <a:cs typeface="Arial" pitchFamily="34" charset="-120"/>
              </a:rPr>
              <a:t>2026 CONCEPT</a:t>
            </a:r>
            <a:endParaRPr lang="en-US" sz="1500" dirty="0"/>
          </a:p>
        </p:txBody>
      </p:sp>
      <p:sp>
        <p:nvSpPr>
          <p:cNvPr id="5" name="Text 3"/>
          <p:cNvSpPr/>
          <p:nvPr/>
        </p:nvSpPr>
        <p:spPr>
          <a:xfrm>
            <a:off x="320040" y="1417320"/>
            <a:ext cx="8503920" cy="914400"/>
          </a:xfrm>
          <a:prstGeom prst="rect">
            <a:avLst/>
          </a:prstGeom>
          <a:noFill/>
          <a:ln/>
        </p:spPr>
        <p:txBody>
          <a:bodyPr wrap="square" lIns="0" tIns="0" rIns="0" bIns="0" rtlCol="0" anchor="ctr"/>
          <a:lstStyle/>
          <a:p>
            <a:pPr marL="0" indent="0" algn="ctr">
              <a:buNone/>
            </a:pPr>
            <a:r>
              <a:rPr lang="en-US" sz="5200" b="1" kern="0" spc="200" dirty="0">
                <a:solidFill>
                  <a:srgbClr val="FFFFFF"/>
                </a:solidFill>
                <a:latin typeface="Arial" pitchFamily="34" charset="0"/>
                <a:ea typeface="Arial" pitchFamily="34" charset="-122"/>
                <a:cs typeface="Arial" pitchFamily="34" charset="-120"/>
              </a:rPr>
              <a:t>INTERACTIVE WORLD</a:t>
            </a:r>
            <a:endParaRPr lang="en-US" sz="5200" dirty="0"/>
          </a:p>
        </p:txBody>
      </p:sp>
      <p:sp>
        <p:nvSpPr>
          <p:cNvPr id="6" name="Text 4"/>
          <p:cNvSpPr/>
          <p:nvPr/>
        </p:nvSpPr>
        <p:spPr>
          <a:xfrm>
            <a:off x="640080" y="2423160"/>
            <a:ext cx="7863840" cy="457200"/>
          </a:xfrm>
          <a:prstGeom prst="rect">
            <a:avLst/>
          </a:prstGeom>
          <a:noFill/>
          <a:ln/>
        </p:spPr>
        <p:txBody>
          <a:bodyPr wrap="square" lIns="0" tIns="0" rIns="0" bIns="0" rtlCol="0" anchor="ctr"/>
          <a:lstStyle/>
          <a:p>
            <a:pPr marL="0" indent="0" algn="ctr">
              <a:buNone/>
            </a:pPr>
            <a:r>
              <a:rPr lang="en-US" sz="2200" i="1" dirty="0">
                <a:solidFill>
                  <a:srgbClr val="35E0E8"/>
                </a:solidFill>
                <a:latin typeface="Arial" pitchFamily="34" charset="0"/>
                <a:ea typeface="Arial" pitchFamily="34" charset="-122"/>
                <a:cs typeface="Arial" pitchFamily="34" charset="-120"/>
              </a:rPr>
              <a:t>— Hack the World Interface —</a:t>
            </a:r>
            <a:endParaRPr lang="en-US" sz="2200" dirty="0"/>
          </a:p>
        </p:txBody>
      </p:sp>
      <p:sp>
        <p:nvSpPr>
          <p:cNvPr id="7" name="Text 5"/>
          <p:cNvSpPr/>
          <p:nvPr/>
        </p:nvSpPr>
        <p:spPr>
          <a:xfrm>
            <a:off x="1371600" y="3200400"/>
            <a:ext cx="6400800" cy="1280160"/>
          </a:xfrm>
          <a:prstGeom prst="rect">
            <a:avLst/>
          </a:prstGeom>
          <a:noFill/>
          <a:ln/>
        </p:spPr>
        <p:txBody>
          <a:bodyPr wrap="square" lIns="0" tIns="0" rIns="0" bIns="0" rtlCol="0" anchor="t"/>
          <a:lstStyle/>
          <a:p>
            <a:pPr marL="0" indent="0" algn="ctr">
              <a:buNone/>
            </a:pPr>
            <a:r>
              <a:rPr lang="en-US" sz="1400" dirty="0">
                <a:solidFill>
                  <a:srgbClr val="9BA3B5"/>
                </a:solidFill>
                <a:latin typeface="Arial" pitchFamily="34" charset="0"/>
                <a:ea typeface="Arial" pitchFamily="34" charset="-122"/>
                <a:cs typeface="Arial" pitchFamily="34" charset="-120"/>
              </a:rPr>
              <a:t>Hack the interfaces between people and systems, and between systems and the real world. Build products that don't end on the screen — products that interact with the world.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400" normalizeH="0" baseline="0" noProof="0" dirty="0">
                <a:ln>
                  <a:noFill/>
                </a:ln>
                <a:solidFill>
                  <a:srgbClr val="3EE6C9"/>
                </a:solidFill>
                <a:effectLst/>
                <a:uLnTx/>
                <a:uFillTx/>
                <a:latin typeface="Arial" pitchFamily="34" charset="0"/>
                <a:ea typeface="Arial" pitchFamily="34" charset="-122"/>
                <a:cs typeface="Arial" pitchFamily="34" charset="-120"/>
              </a:rPr>
              <a:t>CONCEPT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676656"/>
            <a:ext cx="80467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Meiryo" pitchFamily="34" charset="0"/>
                <a:ea typeface="Meiryo" pitchFamily="34" charset="-122"/>
                <a:cs typeface="Meiryo" pitchFamily="34" charset="-120"/>
              </a:rPr>
              <a:t>Create Systems That Work in the Real World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325880"/>
            <a:ext cx="8046720" cy="86868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D7E0EE"/>
                </a:solidFill>
                <a:effectLst/>
                <a:uLnTx/>
                <a:uFillTx/>
                <a:latin typeface="Meiryo" pitchFamily="34" charset="0"/>
                <a:ea typeface="Meiryo" pitchFamily="34" charset="-122"/>
                <a:cs typeface="Meiryo" pitchFamily="34" charset="-120"/>
              </a:rPr>
              <a:t>Rather than focusing on developing standalone applications, the goal is to build systems that operate effectively in real-world environments by integrating multiple </a:t>
            </a:r>
            <a:r>
              <a:rPr kumimoji="0" lang="en-US" sz="1150" b="0" i="0" u="none" strike="noStrike" kern="1200" cap="none" spc="0" normalizeH="0" baseline="0" noProof="0" dirty="0" err="1">
                <a:ln>
                  <a:noFill/>
                </a:ln>
                <a:solidFill>
                  <a:srgbClr val="D7E0EE"/>
                </a:solidFill>
                <a:effectLst/>
                <a:uLnTx/>
                <a:uFillTx/>
                <a:latin typeface="Meiryo" pitchFamily="34" charset="0"/>
                <a:ea typeface="Meiryo" pitchFamily="34" charset="-122"/>
                <a:cs typeface="Meiryo" pitchFamily="34" charset="-120"/>
              </a:rPr>
              <a:t>technologies.By</a:t>
            </a:r>
            <a:r>
              <a:rPr kumimoji="0" lang="en-US" sz="1150" b="0" i="0" u="none" strike="noStrike" kern="1200" cap="none" spc="0" normalizeH="0" baseline="0" noProof="0" dirty="0">
                <a:ln>
                  <a:noFill/>
                </a:ln>
                <a:solidFill>
                  <a:srgbClr val="D7E0EE"/>
                </a:solidFill>
                <a:effectLst/>
                <a:uLnTx/>
                <a:uFillTx/>
                <a:latin typeface="Meiryo" pitchFamily="34" charset="0"/>
                <a:ea typeface="Meiryo" pitchFamily="34" charset="-122"/>
                <a:cs typeface="Meiryo" pitchFamily="34" charset="-120"/>
              </a:rPr>
              <a:t> combining sensors, communications, AI, and robotics, participants are expected to implement systems that can respond to human actions and changes in the environment, creating solutions that actually work in the real world.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93776" y="2487168"/>
            <a:ext cx="1426464" cy="1371600"/>
          </a:xfrm>
          <a:prstGeom prst="roundRect">
            <a:avLst>
              <a:gd name="adj" fmla="val 6667"/>
            </a:avLst>
          </a:prstGeom>
          <a:solidFill>
            <a:srgbClr val="1A2540"/>
          </a:solidFill>
          <a:ln w="12700">
            <a:solidFill>
              <a:srgbClr val="2BA894"/>
            </a:solidFill>
            <a:prstDash val="solid"/>
          </a:ln>
          <a:effectLst>
            <a:outerShdw blurRad="127000" dist="38100" dir="54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6" name="Shape 4"/>
          <p:cNvSpPr/>
          <p:nvPr/>
        </p:nvSpPr>
        <p:spPr>
          <a:xfrm>
            <a:off x="969264" y="2633472"/>
            <a:ext cx="475488" cy="475488"/>
          </a:xfrm>
          <a:prstGeom prst="ellipse">
            <a:avLst/>
          </a:prstGeom>
          <a:solidFill>
            <a:srgbClr val="2BA89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pic>
        <p:nvPicPr>
          <p:cNvPr id="7" name="Image 0" descr="assets/ic_p_sense.png"/>
          <p:cNvPicPr>
            <a:picLocks noChangeAspect="1"/>
          </p:cNvPicPr>
          <p:nvPr/>
        </p:nvPicPr>
        <p:blipFill>
          <a:blip r:embed="rId4"/>
          <a:stretch>
            <a:fillRect/>
          </a:stretch>
        </p:blipFill>
        <p:spPr>
          <a:xfrm>
            <a:off x="1069848" y="2734056"/>
            <a:ext cx="274320" cy="274320"/>
          </a:xfrm>
          <a:prstGeom prst="rect">
            <a:avLst/>
          </a:prstGeom>
        </p:spPr>
      </p:pic>
      <p:sp>
        <p:nvSpPr>
          <p:cNvPr id="8" name="Text 5"/>
          <p:cNvSpPr/>
          <p:nvPr/>
        </p:nvSpPr>
        <p:spPr>
          <a:xfrm>
            <a:off x="493776" y="3182112"/>
            <a:ext cx="1426464"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Sense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493776" y="3474720"/>
            <a:ext cx="142646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FB0C8"/>
                </a:solidFill>
                <a:effectLst/>
                <a:uLnTx/>
                <a:uFillTx/>
                <a:latin typeface="Meiryo" pitchFamily="34" charset="0"/>
                <a:ea typeface="Meiryo" pitchFamily="34" charset="-122"/>
                <a:cs typeface="Meiryo" pitchFamily="34" charset="-120"/>
              </a:rPr>
              <a:t>Data Acquisition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1901952" y="2990088"/>
            <a:ext cx="310896"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EE6C9"/>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176272" y="2487168"/>
            <a:ext cx="1426464" cy="1371600"/>
          </a:xfrm>
          <a:prstGeom prst="roundRect">
            <a:avLst>
              <a:gd name="adj" fmla="val 6667"/>
            </a:avLst>
          </a:prstGeom>
          <a:solidFill>
            <a:srgbClr val="1A2540"/>
          </a:solidFill>
          <a:ln w="12700">
            <a:solidFill>
              <a:srgbClr val="2BA894"/>
            </a:solidFill>
            <a:prstDash val="solid"/>
          </a:ln>
          <a:effectLst>
            <a:outerShdw blurRad="127000" dist="38100" dir="54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2" name="Shape 9"/>
          <p:cNvSpPr/>
          <p:nvPr/>
        </p:nvSpPr>
        <p:spPr>
          <a:xfrm>
            <a:off x="2651760" y="2633472"/>
            <a:ext cx="475488" cy="475488"/>
          </a:xfrm>
          <a:prstGeom prst="ellipse">
            <a:avLst/>
          </a:prstGeom>
          <a:solidFill>
            <a:srgbClr val="2BA89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pic>
        <p:nvPicPr>
          <p:cNvPr id="13" name="Image 1" descr="assets/ic_p_conn.png"/>
          <p:cNvPicPr>
            <a:picLocks noChangeAspect="1"/>
          </p:cNvPicPr>
          <p:nvPr/>
        </p:nvPicPr>
        <p:blipFill>
          <a:blip r:embed="rId5"/>
          <a:stretch>
            <a:fillRect/>
          </a:stretch>
        </p:blipFill>
        <p:spPr>
          <a:xfrm>
            <a:off x="2752344" y="2734056"/>
            <a:ext cx="274320" cy="274320"/>
          </a:xfrm>
          <a:prstGeom prst="rect">
            <a:avLst/>
          </a:prstGeom>
        </p:spPr>
      </p:pic>
      <p:sp>
        <p:nvSpPr>
          <p:cNvPr id="14" name="Text 10"/>
          <p:cNvSpPr/>
          <p:nvPr/>
        </p:nvSpPr>
        <p:spPr>
          <a:xfrm>
            <a:off x="2176272" y="3182112"/>
            <a:ext cx="1426464"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Connectivity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2176272" y="3474720"/>
            <a:ext cx="142646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FB0C8"/>
                </a:solidFill>
                <a:effectLst/>
                <a:uLnTx/>
                <a:uFillTx/>
                <a:latin typeface="Meiryo" pitchFamily="34" charset="0"/>
                <a:ea typeface="Meiryo" pitchFamily="34" charset="-122"/>
                <a:cs typeface="Meiryo" pitchFamily="34" charset="-120"/>
              </a:rPr>
              <a:t>Communication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3584448" y="2990088"/>
            <a:ext cx="310896"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EE6C9"/>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3858768" y="2487168"/>
            <a:ext cx="1426464" cy="1371600"/>
          </a:xfrm>
          <a:prstGeom prst="roundRect">
            <a:avLst>
              <a:gd name="adj" fmla="val 6667"/>
            </a:avLst>
          </a:prstGeom>
          <a:solidFill>
            <a:srgbClr val="1A2540"/>
          </a:solidFill>
          <a:ln w="12700">
            <a:solidFill>
              <a:srgbClr val="2BA894"/>
            </a:solidFill>
            <a:prstDash val="solid"/>
          </a:ln>
          <a:effectLst>
            <a:outerShdw blurRad="127000" dist="38100" dir="54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18" name="Shape 14"/>
          <p:cNvSpPr/>
          <p:nvPr/>
        </p:nvSpPr>
        <p:spPr>
          <a:xfrm>
            <a:off x="4334256" y="2633472"/>
            <a:ext cx="475488" cy="475488"/>
          </a:xfrm>
          <a:prstGeom prst="ellipse">
            <a:avLst/>
          </a:prstGeom>
          <a:solidFill>
            <a:srgbClr val="2BA89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pic>
        <p:nvPicPr>
          <p:cNvPr id="19" name="Image 2" descr="assets/ic_p_intel.png"/>
          <p:cNvPicPr>
            <a:picLocks noChangeAspect="1"/>
          </p:cNvPicPr>
          <p:nvPr/>
        </p:nvPicPr>
        <p:blipFill>
          <a:blip r:embed="rId6"/>
          <a:stretch>
            <a:fillRect/>
          </a:stretch>
        </p:blipFill>
        <p:spPr>
          <a:xfrm>
            <a:off x="4434840" y="2734056"/>
            <a:ext cx="274320" cy="274320"/>
          </a:xfrm>
          <a:prstGeom prst="rect">
            <a:avLst/>
          </a:prstGeom>
        </p:spPr>
      </p:pic>
      <p:sp>
        <p:nvSpPr>
          <p:cNvPr id="20" name="Text 15"/>
          <p:cNvSpPr/>
          <p:nvPr/>
        </p:nvSpPr>
        <p:spPr>
          <a:xfrm>
            <a:off x="3858768" y="3182112"/>
            <a:ext cx="1426464"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Intelligence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3858768" y="3474720"/>
            <a:ext cx="142646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FB0C8"/>
                </a:solidFill>
                <a:effectLst/>
                <a:uLnTx/>
                <a:uFillTx/>
                <a:latin typeface="Meiryo" pitchFamily="34" charset="0"/>
                <a:ea typeface="Meiryo" pitchFamily="34" charset="-122"/>
                <a:cs typeface="Meiryo" pitchFamily="34" charset="-120"/>
              </a:rPr>
              <a:t>Decision-Making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7"/>
          <p:cNvSpPr/>
          <p:nvPr/>
        </p:nvSpPr>
        <p:spPr>
          <a:xfrm>
            <a:off x="5266944" y="2990088"/>
            <a:ext cx="310896"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EE6C9"/>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8"/>
          <p:cNvSpPr/>
          <p:nvPr/>
        </p:nvSpPr>
        <p:spPr>
          <a:xfrm>
            <a:off x="5541264" y="2487168"/>
            <a:ext cx="1426464" cy="1371600"/>
          </a:xfrm>
          <a:prstGeom prst="roundRect">
            <a:avLst>
              <a:gd name="adj" fmla="val 6667"/>
            </a:avLst>
          </a:prstGeom>
          <a:solidFill>
            <a:srgbClr val="1A2540"/>
          </a:solidFill>
          <a:ln w="12700">
            <a:solidFill>
              <a:srgbClr val="2BA894"/>
            </a:solidFill>
            <a:prstDash val="solid"/>
          </a:ln>
          <a:effectLst>
            <a:outerShdw blurRad="127000" dist="38100" dir="54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24" name="Shape 19"/>
          <p:cNvSpPr/>
          <p:nvPr/>
        </p:nvSpPr>
        <p:spPr>
          <a:xfrm>
            <a:off x="6016752" y="2633472"/>
            <a:ext cx="475488" cy="475488"/>
          </a:xfrm>
          <a:prstGeom prst="ellipse">
            <a:avLst/>
          </a:prstGeom>
          <a:solidFill>
            <a:srgbClr val="2BA89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pic>
        <p:nvPicPr>
          <p:cNvPr id="25" name="Image 3" descr="assets/ic_p_phys.png"/>
          <p:cNvPicPr>
            <a:picLocks noChangeAspect="1"/>
          </p:cNvPicPr>
          <p:nvPr/>
        </p:nvPicPr>
        <p:blipFill>
          <a:blip r:embed="rId7"/>
          <a:stretch>
            <a:fillRect/>
          </a:stretch>
        </p:blipFill>
        <p:spPr>
          <a:xfrm>
            <a:off x="6117336" y="2734056"/>
            <a:ext cx="274320" cy="274320"/>
          </a:xfrm>
          <a:prstGeom prst="rect">
            <a:avLst/>
          </a:prstGeom>
        </p:spPr>
      </p:pic>
      <p:sp>
        <p:nvSpPr>
          <p:cNvPr id="26" name="Text 20"/>
          <p:cNvSpPr/>
          <p:nvPr/>
        </p:nvSpPr>
        <p:spPr>
          <a:xfrm>
            <a:off x="5541264" y="3182112"/>
            <a:ext cx="1426464"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Physical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5541264" y="3474720"/>
            <a:ext cx="142646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FB0C8"/>
                </a:solidFill>
                <a:effectLst/>
                <a:uLnTx/>
                <a:uFillTx/>
                <a:latin typeface="Meiryo" pitchFamily="34" charset="0"/>
                <a:ea typeface="Meiryo" pitchFamily="34" charset="-122"/>
                <a:cs typeface="Meiryo" pitchFamily="34" charset="-120"/>
              </a:rPr>
              <a:t>Action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2"/>
          <p:cNvSpPr/>
          <p:nvPr/>
        </p:nvSpPr>
        <p:spPr>
          <a:xfrm>
            <a:off x="6949440" y="2990088"/>
            <a:ext cx="310896"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EE6C9"/>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3"/>
          <p:cNvSpPr/>
          <p:nvPr/>
        </p:nvSpPr>
        <p:spPr>
          <a:xfrm>
            <a:off x="7223760" y="2487168"/>
            <a:ext cx="1426464" cy="1371600"/>
          </a:xfrm>
          <a:prstGeom prst="roundRect">
            <a:avLst>
              <a:gd name="adj" fmla="val 6667"/>
            </a:avLst>
          </a:prstGeom>
          <a:solidFill>
            <a:srgbClr val="1A2540"/>
          </a:solidFill>
          <a:ln w="12700">
            <a:solidFill>
              <a:srgbClr val="2BA894"/>
            </a:solidFill>
            <a:prstDash val="solid"/>
          </a:ln>
          <a:effectLst>
            <a:outerShdw blurRad="127000" dist="38100" dir="54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30" name="Shape 24"/>
          <p:cNvSpPr/>
          <p:nvPr/>
        </p:nvSpPr>
        <p:spPr>
          <a:xfrm>
            <a:off x="7699248" y="2633472"/>
            <a:ext cx="475488" cy="475488"/>
          </a:xfrm>
          <a:prstGeom prst="ellipse">
            <a:avLst/>
          </a:prstGeom>
          <a:solidFill>
            <a:srgbClr val="2BA89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pic>
        <p:nvPicPr>
          <p:cNvPr id="31" name="Image 4" descr="assets/ic_p_exp.png"/>
          <p:cNvPicPr>
            <a:picLocks noChangeAspect="1"/>
          </p:cNvPicPr>
          <p:nvPr/>
        </p:nvPicPr>
        <p:blipFill>
          <a:blip r:embed="rId8"/>
          <a:stretch>
            <a:fillRect/>
          </a:stretch>
        </p:blipFill>
        <p:spPr>
          <a:xfrm>
            <a:off x="7799832" y="2734056"/>
            <a:ext cx="274320" cy="274320"/>
          </a:xfrm>
          <a:prstGeom prst="rect">
            <a:avLst/>
          </a:prstGeom>
        </p:spPr>
      </p:pic>
      <p:sp>
        <p:nvSpPr>
          <p:cNvPr id="32" name="Text 25"/>
          <p:cNvSpPr/>
          <p:nvPr/>
        </p:nvSpPr>
        <p:spPr>
          <a:xfrm>
            <a:off x="7223760" y="3182112"/>
            <a:ext cx="1426464"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Experience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7223760" y="3474720"/>
            <a:ext cx="1426464"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rgbClr val="9FB0C8"/>
                </a:solidFill>
                <a:latin typeface="Meiryo" pitchFamily="34" charset="0"/>
                <a:ea typeface="Meiryo" pitchFamily="34" charset="-122"/>
              </a:rPr>
              <a:t>User Experienc</a:t>
            </a:r>
            <a:r>
              <a:rPr lang="en-US" sz="1000" dirty="0">
                <a:solidFill>
                  <a:srgbClr val="9FB0C8"/>
                </a:solidFill>
                <a:latin typeface="Meiryo" pitchFamily="34" charset="0"/>
                <a:ea typeface="Meiryo" pitchFamily="34" charset="-122"/>
              </a:rPr>
              <a:t>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1280160" y="4160520"/>
            <a:ext cx="6583680" cy="621792"/>
          </a:xfrm>
          <a:prstGeom prst="roundRect">
            <a:avLst>
              <a:gd name="adj" fmla="val 14706"/>
            </a:avLst>
          </a:prstGeom>
          <a:solidFill>
            <a:srgbClr val="3EE6C9">
              <a:alpha val="12000"/>
            </a:srgbClr>
          </a:solidFill>
          <a:ln w="12700">
            <a:solidFill>
              <a:srgbClr val="3EE6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35" name="Text 28"/>
          <p:cNvSpPr/>
          <p:nvPr/>
        </p:nvSpPr>
        <p:spPr>
          <a:xfrm>
            <a:off x="1280160" y="4160520"/>
            <a:ext cx="6583680" cy="6217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3EE6C9"/>
                </a:solidFill>
                <a:effectLst/>
                <a:uLnTx/>
                <a:uFillTx/>
                <a:latin typeface="Meiryo" pitchFamily="34" charset="0"/>
                <a:ea typeface="Meiryo" pitchFamily="34" charset="-122"/>
                <a:cs typeface="Meiryo" pitchFamily="34" charset="-120"/>
              </a:rPr>
              <a:t>Connect × Decide × Act × Deliver Experiences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9"/>
          <p:cNvSpPr/>
          <p:nvPr/>
        </p:nvSpPr>
        <p:spPr>
          <a:xfrm>
            <a:off x="8503920" y="47594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C8BA3"/>
                </a:solidFill>
                <a:effectLst/>
                <a:uLnTx/>
                <a:uFillTx/>
                <a:latin typeface="Arial" pitchFamily="34" charset="0"/>
                <a:ea typeface="Arial" pitchFamily="34" charset="-122"/>
                <a:cs typeface="Arial" pitchFamily="34" charset="-120"/>
              </a:rPr>
              <a:t>04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Tracks</a:t>
            </a:r>
            <a:endParaRPr lang="en-US" sz="2800" dirty="0"/>
          </a:p>
        </p:txBody>
      </p:sp>
      <p:sp>
        <p:nvSpPr>
          <p:cNvPr id="3" name="Text 1"/>
          <p:cNvSpPr/>
          <p:nvPr/>
        </p:nvSpPr>
        <p:spPr>
          <a:xfrm>
            <a:off x="502920" y="914400"/>
            <a:ext cx="8138160" cy="365760"/>
          </a:xfrm>
          <a:prstGeom prst="rect">
            <a:avLst/>
          </a:prstGeom>
          <a:noFill/>
          <a:ln/>
        </p:spPr>
        <p:txBody>
          <a:bodyPr wrap="square" lIns="0" tIns="0" rIns="0" bIns="0" rtlCol="0" anchor="ctr"/>
          <a:lstStyle/>
          <a:p>
            <a:pPr marL="0" indent="0">
              <a:buNone/>
            </a:pPr>
            <a:r>
              <a:rPr lang="en-US" sz="1300" dirty="0">
                <a:solidFill>
                  <a:srgbClr val="9BA3B5"/>
                </a:solidFill>
                <a:latin typeface="Arial" pitchFamily="34" charset="0"/>
                <a:ea typeface="Arial" pitchFamily="34" charset="-122"/>
                <a:cs typeface="Arial" pitchFamily="34" charset="-120"/>
              </a:rPr>
              <a:t>Choose one of three tracks and build your product around it.</a:t>
            </a:r>
            <a:endParaRPr lang="en-US" sz="1300" dirty="0"/>
          </a:p>
        </p:txBody>
      </p:sp>
      <p:sp>
        <p:nvSpPr>
          <p:cNvPr id="4" name="Shape 2"/>
          <p:cNvSpPr/>
          <p:nvPr/>
        </p:nvSpPr>
        <p:spPr>
          <a:xfrm>
            <a:off x="502920" y="1463040"/>
            <a:ext cx="2606040" cy="3017520"/>
          </a:xfrm>
          <a:prstGeom prst="roundRect">
            <a:avLst>
              <a:gd name="adj" fmla="val 2807"/>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5" name="Text 3"/>
          <p:cNvSpPr/>
          <p:nvPr/>
        </p:nvSpPr>
        <p:spPr>
          <a:xfrm>
            <a:off x="731520" y="1737360"/>
            <a:ext cx="2148840" cy="320040"/>
          </a:xfrm>
          <a:prstGeom prst="rect">
            <a:avLst/>
          </a:prstGeom>
          <a:noFill/>
          <a:ln/>
        </p:spPr>
        <p:txBody>
          <a:bodyPr wrap="square" lIns="0" tIns="0" rIns="0" bIns="0" rtlCol="0" anchor="ctr"/>
          <a:lstStyle/>
          <a:p>
            <a:pPr marL="0" indent="0">
              <a:buNone/>
            </a:pPr>
            <a:r>
              <a:rPr lang="en-US" sz="1300" b="1" kern="0" spc="300" dirty="0">
                <a:solidFill>
                  <a:srgbClr val="A78BFA"/>
                </a:solidFill>
                <a:latin typeface="Arial" pitchFamily="34" charset="0"/>
                <a:ea typeface="Arial" pitchFamily="34" charset="-122"/>
                <a:cs typeface="Arial" pitchFamily="34" charset="-120"/>
              </a:rPr>
              <a:t>TRACK 01</a:t>
            </a:r>
            <a:endParaRPr lang="en-US" sz="1300" dirty="0"/>
          </a:p>
        </p:txBody>
      </p:sp>
      <p:pic>
        <p:nvPicPr>
          <p:cNvPr id="6" name="Image 0" descr="preencoded.png"/>
          <p:cNvPicPr>
            <a:picLocks noChangeAspect="1"/>
          </p:cNvPicPr>
          <p:nvPr/>
        </p:nvPicPr>
        <p:blipFill>
          <a:blip r:embed="rId3"/>
          <a:stretch>
            <a:fillRect/>
          </a:stretch>
        </p:blipFill>
        <p:spPr>
          <a:xfrm>
            <a:off x="731520" y="2194560"/>
            <a:ext cx="548640" cy="548640"/>
          </a:xfrm>
          <a:prstGeom prst="rect">
            <a:avLst/>
          </a:prstGeom>
        </p:spPr>
      </p:pic>
      <p:sp>
        <p:nvSpPr>
          <p:cNvPr id="7" name="Text 4"/>
          <p:cNvSpPr/>
          <p:nvPr/>
        </p:nvSpPr>
        <p:spPr>
          <a:xfrm>
            <a:off x="731520" y="2926080"/>
            <a:ext cx="2148840" cy="86868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Hack Extreme Environments</a:t>
            </a:r>
            <a:endParaRPr lang="en-US" sz="1700" dirty="0"/>
          </a:p>
        </p:txBody>
      </p:sp>
      <p:sp>
        <p:nvSpPr>
          <p:cNvPr id="8" name="Text 5"/>
          <p:cNvSpPr/>
          <p:nvPr/>
        </p:nvSpPr>
        <p:spPr>
          <a:xfrm>
            <a:off x="731520" y="3840480"/>
            <a:ext cx="2148840" cy="457200"/>
          </a:xfrm>
          <a:prstGeom prst="rect">
            <a:avLst/>
          </a:prstGeom>
          <a:noFill/>
          <a:ln/>
        </p:spPr>
        <p:txBody>
          <a:bodyPr wrap="square" lIns="0" tIns="0" rIns="0" bIns="0" rtlCol="0" anchor="t"/>
          <a:lstStyle/>
          <a:p>
            <a:pPr marL="0" indent="0">
              <a:buNone/>
            </a:pPr>
            <a:r>
              <a:rPr lang="en-US" sz="1200" i="1" dirty="0">
                <a:solidFill>
                  <a:srgbClr val="35E0E8"/>
                </a:solidFill>
                <a:latin typeface="Arial" pitchFamily="34" charset="0"/>
                <a:ea typeface="Arial" pitchFamily="34" charset="-122"/>
                <a:cs typeface="Arial" pitchFamily="34" charset="-120"/>
              </a:rPr>
              <a:t>Space as Constraint</a:t>
            </a:r>
            <a:endParaRPr lang="en-US" sz="1200" dirty="0"/>
          </a:p>
        </p:txBody>
      </p:sp>
      <p:sp>
        <p:nvSpPr>
          <p:cNvPr id="9" name="Shape 6"/>
          <p:cNvSpPr/>
          <p:nvPr/>
        </p:nvSpPr>
        <p:spPr>
          <a:xfrm>
            <a:off x="3264408" y="1463040"/>
            <a:ext cx="2606040" cy="3017520"/>
          </a:xfrm>
          <a:prstGeom prst="roundRect">
            <a:avLst>
              <a:gd name="adj" fmla="val 2807"/>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0" name="Text 7"/>
          <p:cNvSpPr/>
          <p:nvPr/>
        </p:nvSpPr>
        <p:spPr>
          <a:xfrm>
            <a:off x="3493008" y="1737360"/>
            <a:ext cx="2148840" cy="320040"/>
          </a:xfrm>
          <a:prstGeom prst="rect">
            <a:avLst/>
          </a:prstGeom>
          <a:noFill/>
          <a:ln/>
        </p:spPr>
        <p:txBody>
          <a:bodyPr wrap="square" lIns="0" tIns="0" rIns="0" bIns="0" rtlCol="0" anchor="ctr"/>
          <a:lstStyle/>
          <a:p>
            <a:pPr marL="0" indent="0">
              <a:buNone/>
            </a:pPr>
            <a:r>
              <a:rPr lang="en-US" sz="1300" b="1" kern="0" spc="300" dirty="0">
                <a:solidFill>
                  <a:srgbClr val="A78BFA"/>
                </a:solidFill>
                <a:latin typeface="Arial" pitchFamily="34" charset="0"/>
                <a:ea typeface="Arial" pitchFamily="34" charset="-122"/>
                <a:cs typeface="Arial" pitchFamily="34" charset="-120"/>
              </a:rPr>
              <a:t>TRACK 02</a:t>
            </a:r>
            <a:endParaRPr lang="en-US" sz="1300" dirty="0"/>
          </a:p>
        </p:txBody>
      </p:sp>
      <p:pic>
        <p:nvPicPr>
          <p:cNvPr id="11" name="Image 1" descr="preencoded.png"/>
          <p:cNvPicPr>
            <a:picLocks noChangeAspect="1"/>
          </p:cNvPicPr>
          <p:nvPr/>
        </p:nvPicPr>
        <p:blipFill>
          <a:blip r:embed="rId4"/>
          <a:stretch>
            <a:fillRect/>
          </a:stretch>
        </p:blipFill>
        <p:spPr>
          <a:xfrm>
            <a:off x="3493008" y="2194560"/>
            <a:ext cx="548640" cy="548640"/>
          </a:xfrm>
          <a:prstGeom prst="rect">
            <a:avLst/>
          </a:prstGeom>
        </p:spPr>
      </p:pic>
      <p:sp>
        <p:nvSpPr>
          <p:cNvPr id="12" name="Text 8"/>
          <p:cNvSpPr/>
          <p:nvPr/>
        </p:nvSpPr>
        <p:spPr>
          <a:xfrm>
            <a:off x="3493008" y="2926080"/>
            <a:ext cx="2148840" cy="86868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Hack Connected Everywhere</a:t>
            </a:r>
            <a:endParaRPr lang="en-US" sz="1700" dirty="0"/>
          </a:p>
        </p:txBody>
      </p:sp>
      <p:sp>
        <p:nvSpPr>
          <p:cNvPr id="13" name="Shape 9"/>
          <p:cNvSpPr/>
          <p:nvPr/>
        </p:nvSpPr>
        <p:spPr>
          <a:xfrm>
            <a:off x="6025896" y="1463040"/>
            <a:ext cx="2606040" cy="3017520"/>
          </a:xfrm>
          <a:prstGeom prst="roundRect">
            <a:avLst>
              <a:gd name="adj" fmla="val 2807"/>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4" name="Text 10"/>
          <p:cNvSpPr/>
          <p:nvPr/>
        </p:nvSpPr>
        <p:spPr>
          <a:xfrm>
            <a:off x="6254496" y="1737360"/>
            <a:ext cx="2148840" cy="320040"/>
          </a:xfrm>
          <a:prstGeom prst="rect">
            <a:avLst/>
          </a:prstGeom>
          <a:noFill/>
          <a:ln/>
        </p:spPr>
        <p:txBody>
          <a:bodyPr wrap="square" lIns="0" tIns="0" rIns="0" bIns="0" rtlCol="0" anchor="ctr"/>
          <a:lstStyle/>
          <a:p>
            <a:pPr marL="0" indent="0">
              <a:buNone/>
            </a:pPr>
            <a:r>
              <a:rPr lang="en-US" sz="1300" b="1" kern="0" spc="300" dirty="0">
                <a:solidFill>
                  <a:srgbClr val="A78BFA"/>
                </a:solidFill>
                <a:latin typeface="Arial" pitchFamily="34" charset="0"/>
                <a:ea typeface="Arial" pitchFamily="34" charset="-122"/>
                <a:cs typeface="Arial" pitchFamily="34" charset="-120"/>
              </a:rPr>
              <a:t>TRACK 03</a:t>
            </a:r>
            <a:endParaRPr lang="en-US" sz="1300" dirty="0"/>
          </a:p>
        </p:txBody>
      </p:sp>
      <p:pic>
        <p:nvPicPr>
          <p:cNvPr id="15" name="Image 2" descr="preencoded.png"/>
          <p:cNvPicPr>
            <a:picLocks noChangeAspect="1"/>
          </p:cNvPicPr>
          <p:nvPr/>
        </p:nvPicPr>
        <p:blipFill>
          <a:blip r:embed="rId5"/>
          <a:stretch>
            <a:fillRect/>
          </a:stretch>
        </p:blipFill>
        <p:spPr>
          <a:xfrm>
            <a:off x="6254496" y="2194560"/>
            <a:ext cx="548640" cy="548640"/>
          </a:xfrm>
          <a:prstGeom prst="rect">
            <a:avLst/>
          </a:prstGeom>
        </p:spPr>
      </p:pic>
      <p:sp>
        <p:nvSpPr>
          <p:cNvPr id="16" name="Text 11"/>
          <p:cNvSpPr/>
          <p:nvPr/>
        </p:nvSpPr>
        <p:spPr>
          <a:xfrm>
            <a:off x="6254496" y="2926080"/>
            <a:ext cx="2148840" cy="86868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Hack the Physical World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Who We're Looking For  (1/2)</a:t>
            </a:r>
            <a:endParaRPr lang="en-US" sz="2800" dirty="0"/>
          </a:p>
        </p:txBody>
      </p:sp>
      <p:sp>
        <p:nvSpPr>
          <p:cNvPr id="3" name="Text 1"/>
          <p:cNvSpPr/>
          <p:nvPr/>
        </p:nvSpPr>
        <p:spPr>
          <a:xfrm>
            <a:off x="502920" y="914400"/>
            <a:ext cx="8138160" cy="365760"/>
          </a:xfrm>
          <a:prstGeom prst="rect">
            <a:avLst/>
          </a:prstGeom>
          <a:noFill/>
          <a:ln/>
        </p:spPr>
        <p:txBody>
          <a:bodyPr wrap="square" lIns="0" tIns="0" rIns="0" bIns="0" rtlCol="0" anchor="ctr"/>
          <a:lstStyle/>
          <a:p>
            <a:pPr marL="0" indent="0">
              <a:buNone/>
            </a:pPr>
            <a:r>
              <a:rPr lang="en-US" sz="1250" dirty="0">
                <a:solidFill>
                  <a:srgbClr val="9BA3B5"/>
                </a:solidFill>
                <a:latin typeface="Arial" pitchFamily="34" charset="0"/>
                <a:ea typeface="Arial" pitchFamily="34" charset="-122"/>
                <a:cs typeface="Arial" pitchFamily="34" charset="-120"/>
              </a:rPr>
              <a:t>These six roles are a guide, not a rule — one person can wear multiple hats in a team.</a:t>
            </a:r>
            <a:endParaRPr lang="en-US" sz="1250" dirty="0"/>
          </a:p>
        </p:txBody>
      </p:sp>
      <p:sp>
        <p:nvSpPr>
          <p:cNvPr id="4" name="Shape 2"/>
          <p:cNvSpPr/>
          <p:nvPr/>
        </p:nvSpPr>
        <p:spPr>
          <a:xfrm>
            <a:off x="502920" y="1417320"/>
            <a:ext cx="8138160" cy="1097280"/>
          </a:xfrm>
          <a:prstGeom prst="roundRect">
            <a:avLst>
              <a:gd name="adj" fmla="val 5833"/>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5" name="Shape 3"/>
          <p:cNvSpPr/>
          <p:nvPr/>
        </p:nvSpPr>
        <p:spPr>
          <a:xfrm>
            <a:off x="731520" y="1645920"/>
            <a:ext cx="640080" cy="640080"/>
          </a:xfrm>
          <a:prstGeom prst="ellipse">
            <a:avLst/>
          </a:prstGeom>
          <a:solidFill>
            <a:srgbClr val="1D2030"/>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886968" y="1801368"/>
            <a:ext cx="329184" cy="329184"/>
          </a:xfrm>
          <a:prstGeom prst="rect">
            <a:avLst/>
          </a:prstGeom>
        </p:spPr>
      </p:pic>
      <p:sp>
        <p:nvSpPr>
          <p:cNvPr id="7" name="Text 4"/>
          <p:cNvSpPr/>
          <p:nvPr/>
        </p:nvSpPr>
        <p:spPr>
          <a:xfrm>
            <a:off x="1554480" y="1508760"/>
            <a:ext cx="2743200" cy="91440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Frontend Engineer</a:t>
            </a:r>
            <a:endParaRPr lang="en-US" sz="1450" dirty="0"/>
          </a:p>
        </p:txBody>
      </p:sp>
      <p:sp>
        <p:nvSpPr>
          <p:cNvPr id="8" name="Text 5"/>
          <p:cNvSpPr/>
          <p:nvPr/>
        </p:nvSpPr>
        <p:spPr>
          <a:xfrm>
            <a:off x="4434840" y="1527048"/>
            <a:ext cx="3931920" cy="877824"/>
          </a:xfrm>
          <a:prstGeom prst="rect">
            <a:avLst/>
          </a:prstGeom>
          <a:noFill/>
          <a:ln/>
        </p:spPr>
        <p:txBody>
          <a:bodyPr wrap="square" lIns="0" tIns="0" rIns="0" bIns="0" rtlCol="0" anchor="ctr"/>
          <a:lstStyle/>
          <a:p>
            <a:pPr marL="0" indent="0">
              <a:spcAft>
                <a:spcPts val="400"/>
              </a:spcAft>
              <a:buNone/>
            </a:pPr>
            <a:r>
              <a:rPr lang="en-US" sz="1050" dirty="0">
                <a:solidFill>
                  <a:srgbClr val="FFFFFF"/>
                </a:solidFill>
                <a:latin typeface="Arial" pitchFamily="34" charset="0"/>
                <a:ea typeface="Arial" pitchFamily="34" charset="-122"/>
                <a:cs typeface="Arial" pitchFamily="34" charset="-120"/>
              </a:rPr>
              <a:t>Role: Design the interface connecting users and the system</a:t>
            </a:r>
            <a:endParaRPr lang="en-US" sz="1050" dirty="0"/>
          </a:p>
          <a:p>
            <a:pPr marL="0" indent="0">
              <a:spcAft>
                <a:spcPts val="400"/>
              </a:spcAft>
              <a:buNone/>
            </a:pPr>
            <a:r>
              <a:rPr lang="en-US" sz="1050" dirty="0">
                <a:solidFill>
                  <a:srgbClr val="9BA3B5"/>
                </a:solidFill>
                <a:latin typeface="Arial" pitchFamily="34" charset="0"/>
                <a:ea typeface="Arial" pitchFamily="34" charset="-122"/>
                <a:cs typeface="Arial" pitchFamily="34" charset="-120"/>
              </a:rPr>
              <a:t>Position: The touchpoint that lets users understand and operate the system</a:t>
            </a:r>
            <a:endParaRPr lang="en-US" sz="1050" dirty="0"/>
          </a:p>
        </p:txBody>
      </p:sp>
      <p:sp>
        <p:nvSpPr>
          <p:cNvPr id="9" name="Shape 6"/>
          <p:cNvSpPr/>
          <p:nvPr/>
        </p:nvSpPr>
        <p:spPr>
          <a:xfrm>
            <a:off x="502920" y="2715768"/>
            <a:ext cx="8138160" cy="1097280"/>
          </a:xfrm>
          <a:prstGeom prst="roundRect">
            <a:avLst>
              <a:gd name="adj" fmla="val 5833"/>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0" name="Shape 7"/>
          <p:cNvSpPr/>
          <p:nvPr/>
        </p:nvSpPr>
        <p:spPr>
          <a:xfrm>
            <a:off x="731520" y="2944368"/>
            <a:ext cx="640080" cy="640080"/>
          </a:xfrm>
          <a:prstGeom prst="ellipse">
            <a:avLst/>
          </a:prstGeom>
          <a:solidFill>
            <a:srgbClr val="1D2030"/>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886968" y="3099816"/>
            <a:ext cx="329184" cy="329184"/>
          </a:xfrm>
          <a:prstGeom prst="rect">
            <a:avLst/>
          </a:prstGeom>
        </p:spPr>
      </p:pic>
      <p:sp>
        <p:nvSpPr>
          <p:cNvPr id="12" name="Text 8"/>
          <p:cNvSpPr/>
          <p:nvPr/>
        </p:nvSpPr>
        <p:spPr>
          <a:xfrm>
            <a:off x="1554480" y="2807208"/>
            <a:ext cx="2743200" cy="91440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Backend Engineer</a:t>
            </a:r>
            <a:endParaRPr lang="en-US" sz="1450" dirty="0"/>
          </a:p>
        </p:txBody>
      </p:sp>
      <p:sp>
        <p:nvSpPr>
          <p:cNvPr id="13" name="Text 9"/>
          <p:cNvSpPr/>
          <p:nvPr/>
        </p:nvSpPr>
        <p:spPr>
          <a:xfrm>
            <a:off x="4434840" y="2825496"/>
            <a:ext cx="3931920" cy="877824"/>
          </a:xfrm>
          <a:prstGeom prst="rect">
            <a:avLst/>
          </a:prstGeom>
          <a:noFill/>
          <a:ln/>
        </p:spPr>
        <p:txBody>
          <a:bodyPr wrap="square" lIns="0" tIns="0" rIns="0" bIns="0" rtlCol="0" anchor="ctr"/>
          <a:lstStyle/>
          <a:p>
            <a:pPr marL="0" indent="0">
              <a:spcAft>
                <a:spcPts val="400"/>
              </a:spcAft>
              <a:buNone/>
            </a:pPr>
            <a:r>
              <a:rPr lang="en-US" sz="1050" dirty="0">
                <a:solidFill>
                  <a:srgbClr val="FFFFFF"/>
                </a:solidFill>
                <a:latin typeface="Arial" pitchFamily="34" charset="0"/>
                <a:ea typeface="Arial" pitchFamily="34" charset="-122"/>
                <a:cs typeface="Arial" pitchFamily="34" charset="-120"/>
              </a:rPr>
              <a:t>Role: Design internal processing and coordination between components</a:t>
            </a:r>
            <a:endParaRPr lang="en-US" sz="1050" dirty="0"/>
          </a:p>
          <a:p>
            <a:pPr marL="0" indent="0">
              <a:spcAft>
                <a:spcPts val="400"/>
              </a:spcAft>
              <a:buNone/>
            </a:pPr>
            <a:r>
              <a:rPr lang="en-US" sz="1050" dirty="0">
                <a:solidFill>
                  <a:srgbClr val="9BA3B5"/>
                </a:solidFill>
                <a:latin typeface="Arial" pitchFamily="34" charset="0"/>
                <a:ea typeface="Arial" pitchFamily="34" charset="-122"/>
                <a:cs typeface="Arial" pitchFamily="34" charset="-120"/>
              </a:rPr>
              <a:t>Position: The core that connects every element and makes the whole system work</a:t>
            </a:r>
            <a:endParaRPr lang="en-US" sz="1050" dirty="0"/>
          </a:p>
        </p:txBody>
      </p:sp>
      <p:sp>
        <p:nvSpPr>
          <p:cNvPr id="14" name="Shape 10"/>
          <p:cNvSpPr/>
          <p:nvPr/>
        </p:nvSpPr>
        <p:spPr>
          <a:xfrm>
            <a:off x="502920" y="4014216"/>
            <a:ext cx="8138160" cy="1097280"/>
          </a:xfrm>
          <a:prstGeom prst="roundRect">
            <a:avLst>
              <a:gd name="adj" fmla="val 5833"/>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5" name="Shape 11"/>
          <p:cNvSpPr/>
          <p:nvPr/>
        </p:nvSpPr>
        <p:spPr>
          <a:xfrm>
            <a:off x="731520" y="4242816"/>
            <a:ext cx="640080" cy="640080"/>
          </a:xfrm>
          <a:prstGeom prst="ellipse">
            <a:avLst/>
          </a:prstGeom>
          <a:solidFill>
            <a:srgbClr val="1D2030"/>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886968" y="4398264"/>
            <a:ext cx="329184" cy="329184"/>
          </a:xfrm>
          <a:prstGeom prst="rect">
            <a:avLst/>
          </a:prstGeom>
        </p:spPr>
      </p:pic>
      <p:sp>
        <p:nvSpPr>
          <p:cNvPr id="17" name="Text 12"/>
          <p:cNvSpPr/>
          <p:nvPr/>
        </p:nvSpPr>
        <p:spPr>
          <a:xfrm>
            <a:off x="1554480" y="4105656"/>
            <a:ext cx="2743200" cy="91440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AI Engineer</a:t>
            </a:r>
            <a:endParaRPr lang="en-US" sz="1450" dirty="0"/>
          </a:p>
        </p:txBody>
      </p:sp>
      <p:sp>
        <p:nvSpPr>
          <p:cNvPr id="18" name="Text 13"/>
          <p:cNvSpPr/>
          <p:nvPr/>
        </p:nvSpPr>
        <p:spPr>
          <a:xfrm>
            <a:off x="4434840" y="4123944"/>
            <a:ext cx="3931920" cy="877824"/>
          </a:xfrm>
          <a:prstGeom prst="rect">
            <a:avLst/>
          </a:prstGeom>
          <a:noFill/>
          <a:ln/>
        </p:spPr>
        <p:txBody>
          <a:bodyPr wrap="square" lIns="0" tIns="0" rIns="0" bIns="0" rtlCol="0" anchor="ctr"/>
          <a:lstStyle/>
          <a:p>
            <a:pPr marL="0" indent="0">
              <a:spcAft>
                <a:spcPts val="400"/>
              </a:spcAft>
              <a:buNone/>
            </a:pPr>
            <a:r>
              <a:rPr lang="en-US" sz="1050" dirty="0">
                <a:solidFill>
                  <a:srgbClr val="FFFFFF"/>
                </a:solidFill>
                <a:latin typeface="Arial" pitchFamily="34" charset="0"/>
                <a:ea typeface="Arial" pitchFamily="34" charset="-122"/>
                <a:cs typeface="Arial" pitchFamily="34" charset="-120"/>
              </a:rPr>
              <a:t>Role: Design the system's decision-making and judgment logic</a:t>
            </a:r>
            <a:endParaRPr lang="en-US" sz="1050" dirty="0"/>
          </a:p>
          <a:p>
            <a:pPr marL="0" indent="0">
              <a:spcAft>
                <a:spcPts val="400"/>
              </a:spcAft>
              <a:buNone/>
            </a:pPr>
            <a:r>
              <a:rPr lang="en-US" sz="1050" dirty="0">
                <a:solidFill>
                  <a:srgbClr val="9BA3B5"/>
                </a:solidFill>
                <a:latin typeface="Arial" pitchFamily="34" charset="0"/>
                <a:ea typeface="Arial" pitchFamily="34" charset="-122"/>
                <a:cs typeface="Arial" pitchFamily="34" charset="-120"/>
              </a:rPr>
              <a:t>Position: Decides how the system behaves based on its inputs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Who We're Looking For  (2/2)</a:t>
            </a:r>
            <a:endParaRPr lang="en-US" sz="2800" dirty="0"/>
          </a:p>
        </p:txBody>
      </p:sp>
      <p:sp>
        <p:nvSpPr>
          <p:cNvPr id="3" name="Shape 1"/>
          <p:cNvSpPr/>
          <p:nvPr/>
        </p:nvSpPr>
        <p:spPr>
          <a:xfrm>
            <a:off x="502920" y="1417320"/>
            <a:ext cx="8138160" cy="1097280"/>
          </a:xfrm>
          <a:prstGeom prst="roundRect">
            <a:avLst>
              <a:gd name="adj" fmla="val 5833"/>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4" name="Shape 2"/>
          <p:cNvSpPr/>
          <p:nvPr/>
        </p:nvSpPr>
        <p:spPr>
          <a:xfrm>
            <a:off x="731520" y="1645920"/>
            <a:ext cx="640080" cy="640080"/>
          </a:xfrm>
          <a:prstGeom prst="ellipse">
            <a:avLst/>
          </a:prstGeom>
          <a:solidFill>
            <a:srgbClr val="1D2030"/>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886968" y="1801368"/>
            <a:ext cx="329184" cy="329184"/>
          </a:xfrm>
          <a:prstGeom prst="rect">
            <a:avLst/>
          </a:prstGeom>
        </p:spPr>
      </p:pic>
      <p:sp>
        <p:nvSpPr>
          <p:cNvPr id="6" name="Text 3"/>
          <p:cNvSpPr/>
          <p:nvPr/>
        </p:nvSpPr>
        <p:spPr>
          <a:xfrm>
            <a:off x="1554480" y="1508760"/>
            <a:ext cx="2743200" cy="91440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Robotics / Hardware Engineer</a:t>
            </a:r>
            <a:endParaRPr lang="en-US" sz="1450" dirty="0"/>
          </a:p>
        </p:txBody>
      </p:sp>
      <p:sp>
        <p:nvSpPr>
          <p:cNvPr id="7" name="Text 4"/>
          <p:cNvSpPr/>
          <p:nvPr/>
        </p:nvSpPr>
        <p:spPr>
          <a:xfrm>
            <a:off x="4434840" y="1527048"/>
            <a:ext cx="3931920" cy="877824"/>
          </a:xfrm>
          <a:prstGeom prst="rect">
            <a:avLst/>
          </a:prstGeom>
          <a:noFill/>
          <a:ln/>
        </p:spPr>
        <p:txBody>
          <a:bodyPr wrap="square" lIns="0" tIns="0" rIns="0" bIns="0" rtlCol="0" anchor="ctr"/>
          <a:lstStyle/>
          <a:p>
            <a:pPr marL="0" indent="0">
              <a:spcAft>
                <a:spcPts val="400"/>
              </a:spcAft>
              <a:buNone/>
            </a:pPr>
            <a:r>
              <a:rPr lang="en-US" sz="1050" dirty="0">
                <a:solidFill>
                  <a:srgbClr val="FFFFFF"/>
                </a:solidFill>
                <a:latin typeface="Arial" pitchFamily="34" charset="0"/>
                <a:ea typeface="Arial" pitchFamily="34" charset="-122"/>
                <a:cs typeface="Arial" pitchFamily="34" charset="-120"/>
              </a:rPr>
              <a:t>Role: Realize actions and effects in the physical world</a:t>
            </a:r>
            <a:endParaRPr lang="en-US" sz="1050" dirty="0"/>
          </a:p>
          <a:p>
            <a:pPr marL="0" indent="0">
              <a:spcAft>
                <a:spcPts val="400"/>
              </a:spcAft>
              <a:buNone/>
            </a:pPr>
            <a:r>
              <a:rPr lang="en-US" sz="1050" dirty="0">
                <a:solidFill>
                  <a:srgbClr val="9BA3B5"/>
                </a:solidFill>
                <a:latin typeface="Arial" pitchFamily="34" charset="0"/>
                <a:ea typeface="Arial" pitchFamily="34" charset="-122"/>
                <a:cs typeface="Arial" pitchFamily="34" charset="-120"/>
              </a:rPr>
              <a:t>Position: Turns system output into actual, physical motion</a:t>
            </a:r>
            <a:endParaRPr lang="en-US" sz="1050" dirty="0"/>
          </a:p>
        </p:txBody>
      </p:sp>
      <p:sp>
        <p:nvSpPr>
          <p:cNvPr id="8" name="Shape 5"/>
          <p:cNvSpPr/>
          <p:nvPr/>
        </p:nvSpPr>
        <p:spPr>
          <a:xfrm>
            <a:off x="502920" y="2715768"/>
            <a:ext cx="8138160" cy="1097280"/>
          </a:xfrm>
          <a:prstGeom prst="roundRect">
            <a:avLst>
              <a:gd name="adj" fmla="val 5833"/>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9" name="Shape 6"/>
          <p:cNvSpPr/>
          <p:nvPr/>
        </p:nvSpPr>
        <p:spPr>
          <a:xfrm>
            <a:off x="731520" y="2944368"/>
            <a:ext cx="640080" cy="640080"/>
          </a:xfrm>
          <a:prstGeom prst="ellipse">
            <a:avLst/>
          </a:prstGeom>
          <a:solidFill>
            <a:srgbClr val="1D2030"/>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886968" y="3099816"/>
            <a:ext cx="329184" cy="329184"/>
          </a:xfrm>
          <a:prstGeom prst="rect">
            <a:avLst/>
          </a:prstGeom>
        </p:spPr>
      </p:pic>
      <p:sp>
        <p:nvSpPr>
          <p:cNvPr id="11" name="Text 7"/>
          <p:cNvSpPr/>
          <p:nvPr/>
        </p:nvSpPr>
        <p:spPr>
          <a:xfrm>
            <a:off x="1554480" y="2807208"/>
            <a:ext cx="2743200" cy="91440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System Designer (Architect)</a:t>
            </a:r>
            <a:endParaRPr lang="en-US" sz="1450" dirty="0"/>
          </a:p>
        </p:txBody>
      </p:sp>
      <p:sp>
        <p:nvSpPr>
          <p:cNvPr id="12" name="Text 8"/>
          <p:cNvSpPr/>
          <p:nvPr/>
        </p:nvSpPr>
        <p:spPr>
          <a:xfrm>
            <a:off x="4434840" y="2825496"/>
            <a:ext cx="3931920" cy="877824"/>
          </a:xfrm>
          <a:prstGeom prst="rect">
            <a:avLst/>
          </a:prstGeom>
          <a:noFill/>
          <a:ln/>
        </p:spPr>
        <p:txBody>
          <a:bodyPr wrap="square" lIns="0" tIns="0" rIns="0" bIns="0" rtlCol="0" anchor="ctr"/>
          <a:lstStyle/>
          <a:p>
            <a:pPr marL="0" indent="0">
              <a:spcAft>
                <a:spcPts val="400"/>
              </a:spcAft>
              <a:buNone/>
            </a:pPr>
            <a:r>
              <a:rPr lang="en-US" sz="1050" dirty="0">
                <a:solidFill>
                  <a:srgbClr val="FFFFFF"/>
                </a:solidFill>
                <a:latin typeface="Arial" pitchFamily="34" charset="0"/>
                <a:ea typeface="Arial" pitchFamily="34" charset="-122"/>
                <a:cs typeface="Arial" pitchFamily="34" charset="-120"/>
              </a:rPr>
              <a:t>Role: Design the structure of the system as a whole</a:t>
            </a:r>
            <a:endParaRPr lang="en-US" sz="1050" dirty="0"/>
          </a:p>
          <a:p>
            <a:pPr marL="0" indent="0">
              <a:spcAft>
                <a:spcPts val="400"/>
              </a:spcAft>
              <a:buNone/>
            </a:pPr>
            <a:r>
              <a:rPr lang="en-US" sz="1050" dirty="0">
                <a:solidFill>
                  <a:srgbClr val="9BA3B5"/>
                </a:solidFill>
                <a:latin typeface="Arial" pitchFamily="34" charset="0"/>
                <a:ea typeface="Arial" pitchFamily="34" charset="-122"/>
                <a:cs typeface="Arial" pitchFamily="34" charset="-120"/>
              </a:rPr>
              <a:t>Position: Sees the big picture and makes everything work as one integrated system</a:t>
            </a:r>
            <a:endParaRPr lang="en-US" sz="1050" dirty="0"/>
          </a:p>
        </p:txBody>
      </p:sp>
      <p:sp>
        <p:nvSpPr>
          <p:cNvPr id="13" name="Shape 9"/>
          <p:cNvSpPr/>
          <p:nvPr/>
        </p:nvSpPr>
        <p:spPr>
          <a:xfrm>
            <a:off x="502920" y="4014216"/>
            <a:ext cx="8138160" cy="1097280"/>
          </a:xfrm>
          <a:prstGeom prst="roundRect">
            <a:avLst>
              <a:gd name="adj" fmla="val 5833"/>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4" name="Shape 10"/>
          <p:cNvSpPr/>
          <p:nvPr/>
        </p:nvSpPr>
        <p:spPr>
          <a:xfrm>
            <a:off x="731520" y="4242816"/>
            <a:ext cx="640080" cy="640080"/>
          </a:xfrm>
          <a:prstGeom prst="ellipse">
            <a:avLst/>
          </a:prstGeom>
          <a:solidFill>
            <a:srgbClr val="1D2030"/>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886968" y="4398264"/>
            <a:ext cx="329184" cy="329184"/>
          </a:xfrm>
          <a:prstGeom prst="rect">
            <a:avLst/>
          </a:prstGeom>
        </p:spPr>
      </p:pic>
      <p:sp>
        <p:nvSpPr>
          <p:cNvPr id="16" name="Text 11"/>
          <p:cNvSpPr/>
          <p:nvPr/>
        </p:nvSpPr>
        <p:spPr>
          <a:xfrm>
            <a:off x="1554480" y="4105656"/>
            <a:ext cx="2743200" cy="91440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UX / Experience Designer</a:t>
            </a:r>
            <a:endParaRPr lang="en-US" sz="1450" dirty="0"/>
          </a:p>
        </p:txBody>
      </p:sp>
      <p:sp>
        <p:nvSpPr>
          <p:cNvPr id="17" name="Text 12"/>
          <p:cNvSpPr/>
          <p:nvPr/>
        </p:nvSpPr>
        <p:spPr>
          <a:xfrm>
            <a:off x="4434840" y="4123944"/>
            <a:ext cx="3931920" cy="877824"/>
          </a:xfrm>
          <a:prstGeom prst="rect">
            <a:avLst/>
          </a:prstGeom>
          <a:noFill/>
          <a:ln/>
        </p:spPr>
        <p:txBody>
          <a:bodyPr wrap="square" lIns="0" tIns="0" rIns="0" bIns="0" rtlCol="0" anchor="ctr"/>
          <a:lstStyle/>
          <a:p>
            <a:pPr marL="0" indent="0">
              <a:spcAft>
                <a:spcPts val="400"/>
              </a:spcAft>
              <a:buNone/>
            </a:pPr>
            <a:r>
              <a:rPr lang="en-US" sz="1050" dirty="0">
                <a:solidFill>
                  <a:srgbClr val="FFFFFF"/>
                </a:solidFill>
                <a:latin typeface="Arial" pitchFamily="34" charset="0"/>
                <a:ea typeface="Arial" pitchFamily="34" charset="-122"/>
                <a:cs typeface="Arial" pitchFamily="34" charset="-120"/>
              </a:rPr>
              <a:t>Role: Design the end-to-end experience of the system</a:t>
            </a:r>
            <a:endParaRPr lang="en-US" sz="1050" dirty="0"/>
          </a:p>
          <a:p>
            <a:pPr marL="0" indent="0">
              <a:spcAft>
                <a:spcPts val="400"/>
              </a:spcAft>
              <a:buNone/>
            </a:pPr>
            <a:r>
              <a:rPr lang="en-US" sz="1050" dirty="0">
                <a:solidFill>
                  <a:srgbClr val="9BA3B5"/>
                </a:solidFill>
                <a:latin typeface="Arial" pitchFamily="34" charset="0"/>
                <a:ea typeface="Arial" pitchFamily="34" charset="-122"/>
                <a:cs typeface="Arial" pitchFamily="34" charset="-120"/>
              </a:rPr>
              <a:t>Position: Elevates the system from “something used” to “a valuable experience”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Language</a:t>
            </a:r>
            <a:endParaRPr lang="en-US" sz="2800" dirty="0"/>
          </a:p>
        </p:txBody>
      </p:sp>
      <p:pic>
        <p:nvPicPr>
          <p:cNvPr id="3" name="Image 0" descr="preencoded.png"/>
          <p:cNvPicPr>
            <a:picLocks noChangeAspect="1"/>
          </p:cNvPicPr>
          <p:nvPr/>
        </p:nvPicPr>
        <p:blipFill>
          <a:blip r:embed="rId3"/>
          <a:stretch>
            <a:fillRect/>
          </a:stretch>
        </p:blipFill>
        <p:spPr>
          <a:xfrm>
            <a:off x="8229600" y="347472"/>
            <a:ext cx="457200" cy="457200"/>
          </a:xfrm>
          <a:prstGeom prst="rect">
            <a:avLst/>
          </a:prstGeom>
        </p:spPr>
      </p:pic>
      <p:sp>
        <p:nvSpPr>
          <p:cNvPr id="4" name="Text 1"/>
          <p:cNvSpPr/>
          <p:nvPr/>
        </p:nvSpPr>
        <p:spPr>
          <a:xfrm>
            <a:off x="502920" y="1051560"/>
            <a:ext cx="8138160" cy="548640"/>
          </a:xfrm>
          <a:prstGeom prst="rect">
            <a:avLst/>
          </a:prstGeom>
          <a:noFill/>
          <a:ln/>
        </p:spPr>
        <p:txBody>
          <a:bodyPr wrap="square" lIns="0" tIns="0" rIns="0" bIns="0" rtlCol="0" anchor="ctr"/>
          <a:lstStyle/>
          <a:p>
            <a:pPr marL="0" indent="0">
              <a:buNone/>
            </a:pPr>
            <a:r>
              <a:rPr lang="en-US" sz="2600" b="1" dirty="0">
                <a:solidFill>
                  <a:srgbClr val="35E0E8"/>
                </a:solidFill>
                <a:latin typeface="Arial" pitchFamily="34" charset="0"/>
                <a:ea typeface="Arial" pitchFamily="34" charset="-122"/>
                <a:cs typeface="Arial" pitchFamily="34" charset="-120"/>
              </a:rPr>
              <a:t>English is the official language</a:t>
            </a:r>
            <a:endParaRPr lang="en-US" sz="2600" dirty="0"/>
          </a:p>
        </p:txBody>
      </p:sp>
      <p:sp>
        <p:nvSpPr>
          <p:cNvPr id="5" name="Shape 2"/>
          <p:cNvSpPr/>
          <p:nvPr/>
        </p:nvSpPr>
        <p:spPr>
          <a:xfrm>
            <a:off x="502920" y="1828800"/>
            <a:ext cx="3977640" cy="1737360"/>
          </a:xfrm>
          <a:prstGeom prst="roundRect">
            <a:avLst>
              <a:gd name="adj" fmla="val 4211"/>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6" name="Text 3"/>
          <p:cNvSpPr/>
          <p:nvPr/>
        </p:nvSpPr>
        <p:spPr>
          <a:xfrm>
            <a:off x="731520" y="2029968"/>
            <a:ext cx="3520440" cy="4114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In English</a:t>
            </a:r>
            <a:endParaRPr lang="en-US" sz="1600" dirty="0"/>
          </a:p>
        </p:txBody>
      </p:sp>
      <p:sp>
        <p:nvSpPr>
          <p:cNvPr id="7" name="Text 4"/>
          <p:cNvSpPr/>
          <p:nvPr/>
        </p:nvSpPr>
        <p:spPr>
          <a:xfrm>
            <a:off x="731520" y="2514600"/>
            <a:ext cx="3520440" cy="914400"/>
          </a:xfrm>
          <a:prstGeom prst="rect">
            <a:avLst/>
          </a:prstGeom>
          <a:noFill/>
          <a:ln/>
        </p:spPr>
        <p:txBody>
          <a:bodyPr wrap="square" lIns="0" tIns="0" rIns="0" bIns="0" rtlCol="0" anchor="t"/>
          <a:lstStyle/>
          <a:p>
            <a:pPr marL="0" indent="0">
              <a:buNone/>
            </a:pPr>
            <a:r>
              <a:rPr lang="en-US" sz="1250" dirty="0">
                <a:solidFill>
                  <a:srgbClr val="9BA3B5"/>
                </a:solidFill>
                <a:latin typeface="Arial" pitchFamily="34" charset="0"/>
                <a:ea typeface="Arial" pitchFamily="34" charset="-122"/>
                <a:cs typeface="Arial" pitchFamily="34" charset="-120"/>
              </a:rPr>
              <a:t>Announcements / demos / final presentations</a:t>
            </a:r>
            <a:endParaRPr lang="en-US" sz="1250" dirty="0"/>
          </a:p>
        </p:txBody>
      </p:sp>
      <p:sp>
        <p:nvSpPr>
          <p:cNvPr id="8" name="Shape 5"/>
          <p:cNvSpPr/>
          <p:nvPr/>
        </p:nvSpPr>
        <p:spPr>
          <a:xfrm>
            <a:off x="4663440" y="1828800"/>
            <a:ext cx="3977640" cy="1737360"/>
          </a:xfrm>
          <a:prstGeom prst="roundRect">
            <a:avLst>
              <a:gd name="adj" fmla="val 4211"/>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9" name="Text 6"/>
          <p:cNvSpPr/>
          <p:nvPr/>
        </p:nvSpPr>
        <p:spPr>
          <a:xfrm>
            <a:off x="4892040" y="2029968"/>
            <a:ext cx="3520440" cy="4114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Any language OK</a:t>
            </a:r>
            <a:endParaRPr lang="en-US" sz="1600" dirty="0"/>
          </a:p>
        </p:txBody>
      </p:sp>
      <p:sp>
        <p:nvSpPr>
          <p:cNvPr id="10" name="Text 7"/>
          <p:cNvSpPr/>
          <p:nvPr/>
        </p:nvSpPr>
        <p:spPr>
          <a:xfrm>
            <a:off x="4892040" y="2514600"/>
            <a:ext cx="3520440" cy="914400"/>
          </a:xfrm>
          <a:prstGeom prst="rect">
            <a:avLst/>
          </a:prstGeom>
          <a:noFill/>
          <a:ln/>
        </p:spPr>
        <p:txBody>
          <a:bodyPr wrap="square" lIns="0" tIns="0" rIns="0" bIns="0" rtlCol="0" anchor="t"/>
          <a:lstStyle/>
          <a:p>
            <a:pPr marL="0" indent="0">
              <a:buNone/>
            </a:pPr>
            <a:r>
              <a:rPr lang="en-US" sz="1250" dirty="0">
                <a:solidFill>
                  <a:srgbClr val="9BA3B5"/>
                </a:solidFill>
                <a:latin typeface="Arial" pitchFamily="34" charset="0"/>
                <a:ea typeface="Arial" pitchFamily="34" charset="-122"/>
                <a:cs typeface="Arial" pitchFamily="34" charset="-120"/>
              </a:rPr>
              <a:t>Conversations within your team while developing don't have to be in English</a:t>
            </a:r>
            <a:endParaRPr lang="en-US" sz="1250" dirty="0"/>
          </a:p>
        </p:txBody>
      </p:sp>
      <p:sp>
        <p:nvSpPr>
          <p:cNvPr id="11" name="Text 8"/>
          <p:cNvSpPr/>
          <p:nvPr/>
        </p:nvSpPr>
        <p:spPr>
          <a:xfrm>
            <a:off x="502920" y="3840480"/>
            <a:ext cx="8138160" cy="731520"/>
          </a:xfrm>
          <a:prstGeom prst="rect">
            <a:avLst/>
          </a:prstGeom>
          <a:noFill/>
          <a:ln/>
        </p:spPr>
        <p:txBody>
          <a:bodyPr wrap="square" lIns="0" tIns="0" rIns="0" bIns="0" rtlCol="0" anchor="t"/>
          <a:lstStyle/>
          <a:p>
            <a:pPr marL="0" indent="0">
              <a:buNone/>
            </a:pPr>
            <a:r>
              <a:rPr lang="en-US" sz="1300" i="1" dirty="0">
                <a:solidFill>
                  <a:srgbClr val="A78BFA"/>
                </a:solidFill>
                <a:latin typeface="Arial" pitchFamily="34" charset="0"/>
                <a:ea typeface="Arial" pitchFamily="34" charset="-122"/>
                <a:cs typeface="Arial" pitchFamily="34" charset="-120"/>
              </a:rPr>
              <a:t>Not fully confident in English? That's no reason to hold back — it's your chance to experience an international event.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Event Overview &amp; Prizes</a:t>
            </a:r>
            <a:endParaRPr lang="en-US" sz="2800" dirty="0"/>
          </a:p>
        </p:txBody>
      </p:sp>
      <p:sp>
        <p:nvSpPr>
          <p:cNvPr id="3" name="Shape 1"/>
          <p:cNvSpPr/>
          <p:nvPr/>
        </p:nvSpPr>
        <p:spPr>
          <a:xfrm>
            <a:off x="502920" y="1051560"/>
            <a:ext cx="5074920" cy="749808"/>
          </a:xfrm>
          <a:prstGeom prst="roundRect">
            <a:avLst>
              <a:gd name="adj" fmla="val 7317"/>
            </a:avLst>
          </a:prstGeom>
          <a:solidFill>
            <a:srgbClr val="161826"/>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685800" y="1271016"/>
            <a:ext cx="310896" cy="310896"/>
          </a:xfrm>
          <a:prstGeom prst="rect">
            <a:avLst/>
          </a:prstGeom>
        </p:spPr>
      </p:pic>
      <p:sp>
        <p:nvSpPr>
          <p:cNvPr id="5" name="Text 2"/>
          <p:cNvSpPr/>
          <p:nvPr/>
        </p:nvSpPr>
        <p:spPr>
          <a:xfrm>
            <a:off x="1143000" y="1124712"/>
            <a:ext cx="4251960" cy="603504"/>
          </a:xfrm>
          <a:prstGeom prst="rect">
            <a:avLst/>
          </a:prstGeom>
          <a:noFill/>
          <a:ln/>
        </p:spPr>
        <p:txBody>
          <a:bodyPr wrap="square" lIns="0" tIns="0" rIns="0" bIns="0" rtlCol="0" anchor="ctr"/>
          <a:lstStyle/>
          <a:p>
            <a:pPr marL="0" indent="0">
              <a:buNone/>
            </a:pPr>
            <a:r>
              <a:rPr lang="en-US" sz="1000" b="1" dirty="0">
                <a:solidFill>
                  <a:srgbClr val="35E0E8"/>
                </a:solidFill>
                <a:latin typeface="Arial" pitchFamily="34" charset="0"/>
                <a:ea typeface="Arial" pitchFamily="34" charset="-122"/>
                <a:cs typeface="Arial" pitchFamily="34" charset="-120"/>
              </a:rPr>
              <a:t>Dates</a:t>
            </a:r>
            <a:endParaRPr lang="en-US" sz="1000" dirty="0"/>
          </a:p>
          <a:p>
            <a:pPr marL="0" indent="0">
              <a:buNone/>
            </a:pPr>
            <a:r>
              <a:rPr lang="en-US" sz="1050" dirty="0">
                <a:solidFill>
                  <a:srgbClr val="FFFFFF"/>
                </a:solidFill>
                <a:latin typeface="Arial" pitchFamily="34" charset="0"/>
                <a:ea typeface="Arial" pitchFamily="34" charset="-122"/>
                <a:cs typeface="Arial" pitchFamily="34" charset="-120"/>
              </a:rPr>
              <a:t>Sep 25 (Fri) 13:00 – Sep 27 (Sun) evening, 2026</a:t>
            </a:r>
            <a:endParaRPr lang="en-US" sz="1000" dirty="0"/>
          </a:p>
        </p:txBody>
      </p:sp>
      <p:sp>
        <p:nvSpPr>
          <p:cNvPr id="6" name="Shape 3"/>
          <p:cNvSpPr/>
          <p:nvPr/>
        </p:nvSpPr>
        <p:spPr>
          <a:xfrm>
            <a:off x="502920" y="1929384"/>
            <a:ext cx="5074920" cy="749808"/>
          </a:xfrm>
          <a:prstGeom prst="roundRect">
            <a:avLst>
              <a:gd name="adj" fmla="val 7317"/>
            </a:avLst>
          </a:prstGeom>
          <a:solidFill>
            <a:srgbClr val="161826"/>
          </a:solidFill>
          <a:ln/>
        </p:spPr>
        <p:txBody>
          <a:bodyPr/>
          <a:lstStyle/>
          <a:p>
            <a:endParaRPr lang="ja-JP" altLang="en-US"/>
          </a:p>
        </p:txBody>
      </p:sp>
      <p:pic>
        <p:nvPicPr>
          <p:cNvPr id="7" name="Image 1" descr="preencoded.png"/>
          <p:cNvPicPr>
            <a:picLocks noChangeAspect="1"/>
          </p:cNvPicPr>
          <p:nvPr/>
        </p:nvPicPr>
        <p:blipFill>
          <a:blip r:embed="rId4"/>
          <a:stretch>
            <a:fillRect/>
          </a:stretch>
        </p:blipFill>
        <p:spPr>
          <a:xfrm>
            <a:off x="685800" y="2148840"/>
            <a:ext cx="310896" cy="310896"/>
          </a:xfrm>
          <a:prstGeom prst="rect">
            <a:avLst/>
          </a:prstGeom>
        </p:spPr>
      </p:pic>
      <p:sp>
        <p:nvSpPr>
          <p:cNvPr id="8" name="Text 4"/>
          <p:cNvSpPr/>
          <p:nvPr/>
        </p:nvSpPr>
        <p:spPr>
          <a:xfrm>
            <a:off x="1143000" y="2002536"/>
            <a:ext cx="4251960" cy="603504"/>
          </a:xfrm>
          <a:prstGeom prst="rect">
            <a:avLst/>
          </a:prstGeom>
          <a:noFill/>
          <a:ln/>
        </p:spPr>
        <p:txBody>
          <a:bodyPr wrap="square" lIns="0" tIns="0" rIns="0" bIns="0" rtlCol="0" anchor="ctr"/>
          <a:lstStyle/>
          <a:p>
            <a:pPr marL="0" indent="0">
              <a:buNone/>
            </a:pPr>
            <a:r>
              <a:rPr lang="en-US" sz="1000" b="1" dirty="0">
                <a:solidFill>
                  <a:srgbClr val="35E0E8"/>
                </a:solidFill>
                <a:latin typeface="Arial" pitchFamily="34" charset="0"/>
                <a:ea typeface="Arial" pitchFamily="34" charset="-122"/>
                <a:cs typeface="Arial" pitchFamily="34" charset="-120"/>
              </a:rPr>
              <a:t>Venue</a:t>
            </a:r>
            <a:endParaRPr lang="en-US" sz="1000" dirty="0"/>
          </a:p>
          <a:p>
            <a:pPr marL="0" indent="0">
              <a:buNone/>
            </a:pPr>
            <a:r>
              <a:rPr lang="en-US" sz="1050" dirty="0">
                <a:solidFill>
                  <a:srgbClr val="FFFFFF"/>
                </a:solidFill>
                <a:latin typeface="Arial" pitchFamily="34" charset="0"/>
                <a:ea typeface="Arial" pitchFamily="34" charset="-122"/>
                <a:cs typeface="Arial" pitchFamily="34" charset="-120"/>
              </a:rPr>
              <a:t>GYMLABO — Kyushu Institute of Technology (Tobata Campus), Kitakyushu</a:t>
            </a:r>
            <a:endParaRPr lang="en-US" sz="1000" dirty="0"/>
          </a:p>
        </p:txBody>
      </p:sp>
      <p:sp>
        <p:nvSpPr>
          <p:cNvPr id="9" name="Shape 5"/>
          <p:cNvSpPr/>
          <p:nvPr/>
        </p:nvSpPr>
        <p:spPr>
          <a:xfrm>
            <a:off x="502920" y="2807208"/>
            <a:ext cx="5074920" cy="749808"/>
          </a:xfrm>
          <a:prstGeom prst="roundRect">
            <a:avLst>
              <a:gd name="adj" fmla="val 7317"/>
            </a:avLst>
          </a:prstGeom>
          <a:solidFill>
            <a:srgbClr val="161826"/>
          </a:solidFill>
          <a:ln/>
        </p:spPr>
        <p:txBody>
          <a:bodyPr/>
          <a:lstStyle/>
          <a:p>
            <a:endParaRPr lang="ja-JP" altLang="en-US"/>
          </a:p>
        </p:txBody>
      </p:sp>
      <p:pic>
        <p:nvPicPr>
          <p:cNvPr id="10" name="Image 2" descr="preencoded.png"/>
          <p:cNvPicPr>
            <a:picLocks noChangeAspect="1"/>
          </p:cNvPicPr>
          <p:nvPr/>
        </p:nvPicPr>
        <p:blipFill>
          <a:blip r:embed="rId5"/>
          <a:stretch>
            <a:fillRect/>
          </a:stretch>
        </p:blipFill>
        <p:spPr>
          <a:xfrm>
            <a:off x="685800" y="3026664"/>
            <a:ext cx="310896" cy="310896"/>
          </a:xfrm>
          <a:prstGeom prst="rect">
            <a:avLst/>
          </a:prstGeom>
        </p:spPr>
      </p:pic>
      <p:sp>
        <p:nvSpPr>
          <p:cNvPr id="11" name="Text 6"/>
          <p:cNvSpPr/>
          <p:nvPr/>
        </p:nvSpPr>
        <p:spPr>
          <a:xfrm>
            <a:off x="1143000" y="2880360"/>
            <a:ext cx="4251960" cy="603504"/>
          </a:xfrm>
          <a:prstGeom prst="rect">
            <a:avLst/>
          </a:prstGeom>
          <a:noFill/>
          <a:ln/>
        </p:spPr>
        <p:txBody>
          <a:bodyPr wrap="square" lIns="0" tIns="0" rIns="0" bIns="0" rtlCol="0" anchor="ctr"/>
          <a:lstStyle/>
          <a:p>
            <a:pPr marL="0" indent="0">
              <a:buNone/>
            </a:pPr>
            <a:r>
              <a:rPr lang="en-US" sz="1000" b="1" dirty="0">
                <a:solidFill>
                  <a:srgbClr val="35E0E8"/>
                </a:solidFill>
                <a:latin typeface="Arial" pitchFamily="34" charset="0"/>
                <a:ea typeface="Arial" pitchFamily="34" charset="-122"/>
                <a:cs typeface="Arial" pitchFamily="34" charset="-120"/>
              </a:rPr>
              <a:t>Who can join</a:t>
            </a:r>
            <a:endParaRPr lang="en-US" sz="1000" dirty="0"/>
          </a:p>
          <a:p>
            <a:pPr marL="0" indent="0">
              <a:buNone/>
            </a:pPr>
            <a:r>
              <a:rPr lang="en-US" sz="1050" dirty="0">
                <a:solidFill>
                  <a:srgbClr val="FFFFFF"/>
                </a:solidFill>
                <a:latin typeface="Arial" pitchFamily="34" charset="0"/>
                <a:ea typeface="Arial" pitchFamily="34" charset="-122"/>
                <a:cs typeface="Arial" pitchFamily="34" charset="-120"/>
              </a:rPr>
              <a:t>University students, developers, designers, and planners interested in global hackathons</a:t>
            </a:r>
            <a:endParaRPr lang="en-US" sz="1000" dirty="0"/>
          </a:p>
        </p:txBody>
      </p:sp>
      <p:sp>
        <p:nvSpPr>
          <p:cNvPr id="12" name="Shape 7"/>
          <p:cNvSpPr/>
          <p:nvPr/>
        </p:nvSpPr>
        <p:spPr>
          <a:xfrm>
            <a:off x="502920" y="3685032"/>
            <a:ext cx="5074920" cy="749808"/>
          </a:xfrm>
          <a:prstGeom prst="roundRect">
            <a:avLst>
              <a:gd name="adj" fmla="val 7317"/>
            </a:avLst>
          </a:prstGeom>
          <a:solidFill>
            <a:srgbClr val="161826"/>
          </a:solidFill>
          <a:ln/>
        </p:spPr>
        <p:txBody>
          <a:bodyPr/>
          <a:lstStyle/>
          <a:p>
            <a:endParaRPr lang="ja-JP" altLang="en-US"/>
          </a:p>
        </p:txBody>
      </p:sp>
      <p:pic>
        <p:nvPicPr>
          <p:cNvPr id="13" name="Image 3" descr="preencoded.png"/>
          <p:cNvPicPr>
            <a:picLocks noChangeAspect="1"/>
          </p:cNvPicPr>
          <p:nvPr/>
        </p:nvPicPr>
        <p:blipFill>
          <a:blip r:embed="rId6"/>
          <a:stretch>
            <a:fillRect/>
          </a:stretch>
        </p:blipFill>
        <p:spPr>
          <a:xfrm>
            <a:off x="685800" y="3904488"/>
            <a:ext cx="310896" cy="310896"/>
          </a:xfrm>
          <a:prstGeom prst="rect">
            <a:avLst/>
          </a:prstGeom>
        </p:spPr>
      </p:pic>
      <p:sp>
        <p:nvSpPr>
          <p:cNvPr id="14" name="Text 8"/>
          <p:cNvSpPr/>
          <p:nvPr/>
        </p:nvSpPr>
        <p:spPr>
          <a:xfrm>
            <a:off x="1143000" y="3758184"/>
            <a:ext cx="4251960" cy="603504"/>
          </a:xfrm>
          <a:prstGeom prst="rect">
            <a:avLst/>
          </a:prstGeom>
          <a:noFill/>
          <a:ln/>
        </p:spPr>
        <p:txBody>
          <a:bodyPr wrap="square" lIns="0" tIns="0" rIns="0" bIns="0" rtlCol="0" anchor="ctr"/>
          <a:lstStyle/>
          <a:p>
            <a:pPr marL="0" indent="0">
              <a:buNone/>
            </a:pPr>
            <a:r>
              <a:rPr lang="en-US" sz="1000" b="1" dirty="0">
                <a:solidFill>
                  <a:srgbClr val="35E0E8"/>
                </a:solidFill>
                <a:latin typeface="Arial" pitchFamily="34" charset="0"/>
                <a:ea typeface="Arial" pitchFamily="34" charset="-122"/>
                <a:cs typeface="Arial" pitchFamily="34" charset="-120"/>
              </a:rPr>
              <a:t>Teams</a:t>
            </a:r>
            <a:endParaRPr lang="en-US" sz="1000" dirty="0"/>
          </a:p>
          <a:p>
            <a:pPr marL="0" indent="0">
              <a:buNone/>
            </a:pPr>
            <a:r>
              <a:rPr lang="en-US" sz="1050" dirty="0">
                <a:solidFill>
                  <a:srgbClr val="FFFFFF"/>
                </a:solidFill>
                <a:latin typeface="Arial" pitchFamily="34" charset="0"/>
                <a:ea typeface="Arial" pitchFamily="34" charset="-122"/>
                <a:cs typeface="Arial" pitchFamily="34" charset="-120"/>
              </a:rPr>
              <a:t>Up to 4 members per team. Solo applications welcome</a:t>
            </a:r>
            <a:r>
              <a:rPr lang="en-US" altLang="ja-JP" sz="1050" dirty="0">
                <a:solidFill>
                  <a:srgbClr val="FFFFFF"/>
                </a:solidFill>
                <a:latin typeface="Arial" pitchFamily="34" charset="0"/>
                <a:ea typeface="Arial" pitchFamily="34" charset="-122"/>
                <a:cs typeface="Arial" pitchFamily="34" charset="-120"/>
              </a:rPr>
              <a:t>.</a:t>
            </a:r>
            <a:endParaRPr lang="en-US" sz="1000" dirty="0"/>
          </a:p>
        </p:txBody>
      </p:sp>
      <p:sp>
        <p:nvSpPr>
          <p:cNvPr id="15" name="Shape 9"/>
          <p:cNvSpPr/>
          <p:nvPr/>
        </p:nvSpPr>
        <p:spPr>
          <a:xfrm>
            <a:off x="5806440" y="1051560"/>
            <a:ext cx="2834640" cy="3383280"/>
          </a:xfrm>
          <a:prstGeom prst="roundRect">
            <a:avLst>
              <a:gd name="adj" fmla="val 2581"/>
            </a:avLst>
          </a:prstGeom>
          <a:solidFill>
            <a:srgbClr val="1D2030"/>
          </a:solidFill>
          <a:ln w="12700">
            <a:solidFill>
              <a:srgbClr val="FFD166"/>
            </a:solidFill>
            <a:prstDash val="solid"/>
          </a:ln>
          <a:effectLst>
            <a:outerShdw blurRad="101600" dist="38100" dir="5400000" algn="bl" rotWithShape="0">
              <a:srgbClr val="000000">
                <a:alpha val="35000"/>
              </a:srgbClr>
            </a:outerShdw>
          </a:effectLst>
        </p:spPr>
        <p:txBody>
          <a:bodyPr/>
          <a:lstStyle/>
          <a:p>
            <a:endParaRPr lang="ja-JP" altLang="en-US"/>
          </a:p>
        </p:txBody>
      </p:sp>
      <p:pic>
        <p:nvPicPr>
          <p:cNvPr id="16" name="Image 4" descr="preencoded.png"/>
          <p:cNvPicPr>
            <a:picLocks noChangeAspect="1"/>
          </p:cNvPicPr>
          <p:nvPr/>
        </p:nvPicPr>
        <p:blipFill>
          <a:blip r:embed="rId7"/>
          <a:stretch>
            <a:fillRect/>
          </a:stretch>
        </p:blipFill>
        <p:spPr>
          <a:xfrm>
            <a:off x="6972300" y="1280160"/>
            <a:ext cx="502920" cy="502920"/>
          </a:xfrm>
          <a:prstGeom prst="rect">
            <a:avLst/>
          </a:prstGeom>
        </p:spPr>
      </p:pic>
      <p:sp>
        <p:nvSpPr>
          <p:cNvPr id="17" name="Text 10"/>
          <p:cNvSpPr/>
          <p:nvPr/>
        </p:nvSpPr>
        <p:spPr>
          <a:xfrm>
            <a:off x="5806440" y="1828800"/>
            <a:ext cx="2834640" cy="365760"/>
          </a:xfrm>
          <a:prstGeom prst="rect">
            <a:avLst/>
          </a:prstGeom>
          <a:noFill/>
          <a:ln/>
        </p:spPr>
        <p:txBody>
          <a:bodyPr wrap="square" lIns="0" tIns="0" rIns="0" bIns="0" rtlCol="0" anchor="ctr"/>
          <a:lstStyle/>
          <a:p>
            <a:pPr marL="0" indent="0" algn="ctr">
              <a:buNone/>
            </a:pPr>
            <a:r>
              <a:rPr lang="en-US" sz="1700" b="1" kern="0" spc="300" dirty="0">
                <a:solidFill>
                  <a:srgbClr val="FFD166"/>
                </a:solidFill>
                <a:latin typeface="Arial" pitchFamily="34" charset="0"/>
                <a:ea typeface="Arial" pitchFamily="34" charset="-122"/>
                <a:cs typeface="Arial" pitchFamily="34" charset="-120"/>
              </a:rPr>
              <a:t>PRIZES</a:t>
            </a:r>
            <a:endParaRPr lang="en-US" sz="1700" dirty="0"/>
          </a:p>
        </p:txBody>
      </p:sp>
      <p:sp>
        <p:nvSpPr>
          <p:cNvPr id="18" name="Text 11"/>
          <p:cNvSpPr/>
          <p:nvPr/>
        </p:nvSpPr>
        <p:spPr>
          <a:xfrm>
            <a:off x="6657535" y="2580718"/>
            <a:ext cx="2286000" cy="914400"/>
          </a:xfrm>
          <a:prstGeom prst="rect">
            <a:avLst/>
          </a:prstGeom>
          <a:noFill/>
          <a:ln/>
        </p:spPr>
        <p:txBody>
          <a:bodyPr wrap="square" lIns="0" tIns="0" rIns="0" bIns="0" rtlCol="0" anchor="t"/>
          <a:lstStyle/>
          <a:p>
            <a:pPr marL="0" indent="0">
              <a:buNone/>
            </a:pPr>
            <a:r>
              <a:rPr lang="en-US" sz="1200" b="1" dirty="0">
                <a:solidFill>
                  <a:srgbClr val="9BA3B5"/>
                </a:solidFill>
                <a:latin typeface="Arial" pitchFamily="34" charset="0"/>
                <a:ea typeface="Arial" pitchFamily="34" charset="-122"/>
                <a:cs typeface="Arial" pitchFamily="34" charset="-120"/>
              </a:rPr>
              <a:t>Grand Prize</a:t>
            </a:r>
            <a:endParaRPr lang="en-US" sz="1200" dirty="0"/>
          </a:p>
          <a:p>
            <a:pPr marL="0" indent="0">
              <a:buNone/>
            </a:pPr>
            <a:r>
              <a:rPr lang="en-US" sz="1600" b="1" dirty="0">
                <a:solidFill>
                  <a:srgbClr val="FFD166"/>
                </a:solidFill>
                <a:latin typeface="Arial" pitchFamily="34" charset="0"/>
                <a:ea typeface="Arial" pitchFamily="34" charset="-122"/>
                <a:cs typeface="Arial" pitchFamily="34" charset="-120"/>
              </a:rPr>
              <a:t>200,000 JPY</a:t>
            </a:r>
            <a:endParaRPr lang="en-US" sz="1200" dirty="0"/>
          </a:p>
          <a:p>
            <a:pPr marL="0" indent="0">
              <a:buNone/>
            </a:pPr>
            <a:r>
              <a:rPr lang="en-US" sz="1200" b="1" dirty="0">
                <a:solidFill>
                  <a:srgbClr val="FFD166"/>
                </a:solidFill>
                <a:latin typeface="Arial" pitchFamily="34" charset="0"/>
                <a:ea typeface="Arial" pitchFamily="34" charset="-122"/>
                <a:cs typeface="Arial" pitchFamily="34" charset="-120"/>
              </a:rPr>
              <a:t>+ Golden Ticket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Schedule</a:t>
            </a:r>
            <a:endParaRPr lang="en-US" sz="2800" dirty="0"/>
          </a:p>
        </p:txBody>
      </p:sp>
      <p:sp>
        <p:nvSpPr>
          <p:cNvPr id="3" name="Shape 1"/>
          <p:cNvSpPr/>
          <p:nvPr/>
        </p:nvSpPr>
        <p:spPr>
          <a:xfrm>
            <a:off x="502920" y="1051560"/>
            <a:ext cx="2606040" cy="3291840"/>
          </a:xfrm>
          <a:prstGeom prst="roundRect">
            <a:avLst>
              <a:gd name="adj" fmla="val 2807"/>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4" name="Text 2"/>
          <p:cNvSpPr/>
          <p:nvPr/>
        </p:nvSpPr>
        <p:spPr>
          <a:xfrm>
            <a:off x="704088" y="1234440"/>
            <a:ext cx="2203704" cy="365760"/>
          </a:xfrm>
          <a:prstGeom prst="rect">
            <a:avLst/>
          </a:prstGeom>
          <a:noFill/>
          <a:ln/>
        </p:spPr>
        <p:txBody>
          <a:bodyPr wrap="square" lIns="0" tIns="0" rIns="0" bIns="0" rtlCol="0" anchor="ctr"/>
          <a:lstStyle/>
          <a:p>
            <a:pPr marL="0" indent="0">
              <a:buNone/>
            </a:pPr>
            <a:r>
              <a:rPr lang="en-US" sz="1400" b="1" dirty="0">
                <a:solidFill>
                  <a:srgbClr val="35E0E8"/>
                </a:solidFill>
                <a:latin typeface="Arial" pitchFamily="34" charset="0"/>
                <a:ea typeface="Arial" pitchFamily="34" charset="-122"/>
                <a:cs typeface="Arial" pitchFamily="34" charset="-120"/>
              </a:rPr>
              <a:t>DAY 1 | FRI 9.25</a:t>
            </a:r>
            <a:endParaRPr lang="en-US" sz="1400" dirty="0"/>
          </a:p>
        </p:txBody>
      </p:sp>
      <p:sp>
        <p:nvSpPr>
          <p:cNvPr id="5" name="Text 3"/>
          <p:cNvSpPr/>
          <p:nvPr/>
        </p:nvSpPr>
        <p:spPr>
          <a:xfrm>
            <a:off x="704088" y="1691640"/>
            <a:ext cx="2203704" cy="2468880"/>
          </a:xfrm>
          <a:prstGeom prst="rect">
            <a:avLst/>
          </a:prstGeom>
          <a:noFill/>
          <a:ln/>
        </p:spPr>
        <p:txBody>
          <a:bodyPr wrap="square" lIns="0" tIns="0" rIns="0" bIns="0" rtlCol="0" anchor="t"/>
          <a:lstStyle/>
          <a:p>
            <a:pPr marL="0" indent="0">
              <a:spcAft>
                <a:spcPts val="500"/>
              </a:spcAft>
              <a:buNone/>
            </a:pPr>
            <a:r>
              <a:rPr lang="en-US" sz="950" b="1" dirty="0">
                <a:solidFill>
                  <a:srgbClr val="A78BFA"/>
                </a:solidFill>
                <a:latin typeface="Arial" pitchFamily="34" charset="0"/>
                <a:ea typeface="Arial" pitchFamily="34" charset="-122"/>
                <a:cs typeface="Arial" pitchFamily="34" charset="-120"/>
              </a:rPr>
              <a:t>13:00–13:30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Registration</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13:30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Opening Ceremony</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14:00–15:00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Team Building</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16:00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Hacking Starts</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19:00–20:00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Dinner</a:t>
            </a:r>
            <a:endParaRPr lang="en-US" sz="950" dirty="0"/>
          </a:p>
        </p:txBody>
      </p:sp>
      <p:sp>
        <p:nvSpPr>
          <p:cNvPr id="6" name="Shape 4"/>
          <p:cNvSpPr/>
          <p:nvPr/>
        </p:nvSpPr>
        <p:spPr>
          <a:xfrm>
            <a:off x="3264408" y="1051560"/>
            <a:ext cx="2606040" cy="3291840"/>
          </a:xfrm>
          <a:prstGeom prst="roundRect">
            <a:avLst>
              <a:gd name="adj" fmla="val 2807"/>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7" name="Text 5"/>
          <p:cNvSpPr/>
          <p:nvPr/>
        </p:nvSpPr>
        <p:spPr>
          <a:xfrm>
            <a:off x="3465576" y="1234440"/>
            <a:ext cx="2203704" cy="365760"/>
          </a:xfrm>
          <a:prstGeom prst="rect">
            <a:avLst/>
          </a:prstGeom>
          <a:noFill/>
          <a:ln/>
        </p:spPr>
        <p:txBody>
          <a:bodyPr wrap="square" lIns="0" tIns="0" rIns="0" bIns="0" rtlCol="0" anchor="ctr"/>
          <a:lstStyle/>
          <a:p>
            <a:pPr marL="0" indent="0">
              <a:buNone/>
            </a:pPr>
            <a:r>
              <a:rPr lang="en-US" sz="1400" b="1" dirty="0">
                <a:solidFill>
                  <a:srgbClr val="35E0E8"/>
                </a:solidFill>
                <a:latin typeface="Arial" pitchFamily="34" charset="0"/>
                <a:ea typeface="Arial" pitchFamily="34" charset="-122"/>
                <a:cs typeface="Arial" pitchFamily="34" charset="-120"/>
              </a:rPr>
              <a:t>DAY 2 | SAT 9.26</a:t>
            </a:r>
            <a:endParaRPr lang="en-US" sz="1400" dirty="0"/>
          </a:p>
        </p:txBody>
      </p:sp>
      <p:sp>
        <p:nvSpPr>
          <p:cNvPr id="8" name="Text 6"/>
          <p:cNvSpPr/>
          <p:nvPr/>
        </p:nvSpPr>
        <p:spPr>
          <a:xfrm>
            <a:off x="3465576" y="1691640"/>
            <a:ext cx="2203704" cy="2468880"/>
          </a:xfrm>
          <a:prstGeom prst="rect">
            <a:avLst/>
          </a:prstGeom>
          <a:noFill/>
          <a:ln/>
        </p:spPr>
        <p:txBody>
          <a:bodyPr wrap="square" lIns="0" tIns="0" rIns="0" bIns="0" rtlCol="0" anchor="t"/>
          <a:lstStyle/>
          <a:p>
            <a:pPr marL="0" indent="0">
              <a:spcAft>
                <a:spcPts val="500"/>
              </a:spcAft>
              <a:buNone/>
            </a:pPr>
            <a:r>
              <a:rPr lang="en-US" sz="950" b="1" dirty="0">
                <a:solidFill>
                  <a:srgbClr val="A78BFA"/>
                </a:solidFill>
                <a:latin typeface="Arial" pitchFamily="34" charset="0"/>
                <a:ea typeface="Arial" pitchFamily="34" charset="-122"/>
                <a:cs typeface="Arial" pitchFamily="34" charset="-120"/>
              </a:rPr>
              <a:t>All day</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Hacking</a:t>
            </a:r>
            <a:endParaRPr lang="en-US" sz="950" dirty="0"/>
          </a:p>
        </p:txBody>
      </p:sp>
      <p:sp>
        <p:nvSpPr>
          <p:cNvPr id="9" name="Shape 7"/>
          <p:cNvSpPr/>
          <p:nvPr/>
        </p:nvSpPr>
        <p:spPr>
          <a:xfrm>
            <a:off x="6025896" y="1051560"/>
            <a:ext cx="2606040" cy="3291840"/>
          </a:xfrm>
          <a:prstGeom prst="roundRect">
            <a:avLst>
              <a:gd name="adj" fmla="val 2807"/>
            </a:avLst>
          </a:prstGeom>
          <a:solidFill>
            <a:srgbClr val="161826"/>
          </a:solidFill>
          <a:ln/>
          <a:effectLst>
            <a:outerShdw blurRad="101600" dist="38100" dir="5400000" algn="bl" rotWithShape="0">
              <a:srgbClr val="000000">
                <a:alpha val="35000"/>
              </a:srgbClr>
            </a:outerShdw>
          </a:effectLst>
        </p:spPr>
        <p:txBody>
          <a:bodyPr/>
          <a:lstStyle/>
          <a:p>
            <a:endParaRPr lang="ja-JP" altLang="en-US"/>
          </a:p>
        </p:txBody>
      </p:sp>
      <p:sp>
        <p:nvSpPr>
          <p:cNvPr id="10" name="Text 8"/>
          <p:cNvSpPr/>
          <p:nvPr/>
        </p:nvSpPr>
        <p:spPr>
          <a:xfrm>
            <a:off x="6227064" y="1234440"/>
            <a:ext cx="2203704" cy="365760"/>
          </a:xfrm>
          <a:prstGeom prst="rect">
            <a:avLst/>
          </a:prstGeom>
          <a:noFill/>
          <a:ln/>
        </p:spPr>
        <p:txBody>
          <a:bodyPr wrap="square" lIns="0" tIns="0" rIns="0" bIns="0" rtlCol="0" anchor="ctr"/>
          <a:lstStyle/>
          <a:p>
            <a:pPr marL="0" indent="0">
              <a:buNone/>
            </a:pPr>
            <a:r>
              <a:rPr lang="en-US" sz="1400" b="1" dirty="0">
                <a:solidFill>
                  <a:srgbClr val="35E0E8"/>
                </a:solidFill>
                <a:latin typeface="Arial" pitchFamily="34" charset="0"/>
                <a:ea typeface="Arial" pitchFamily="34" charset="-122"/>
                <a:cs typeface="Arial" pitchFamily="34" charset="-120"/>
              </a:rPr>
              <a:t>DAY 3 | SUN 9.27</a:t>
            </a:r>
            <a:endParaRPr lang="en-US" sz="1400" dirty="0"/>
          </a:p>
        </p:txBody>
      </p:sp>
      <p:sp>
        <p:nvSpPr>
          <p:cNvPr id="11" name="Text 9"/>
          <p:cNvSpPr/>
          <p:nvPr/>
        </p:nvSpPr>
        <p:spPr>
          <a:xfrm>
            <a:off x="6227064" y="1691640"/>
            <a:ext cx="2203704" cy="2468880"/>
          </a:xfrm>
          <a:prstGeom prst="rect">
            <a:avLst/>
          </a:prstGeom>
          <a:noFill/>
          <a:ln/>
        </p:spPr>
        <p:txBody>
          <a:bodyPr wrap="square" lIns="0" tIns="0" rIns="0" bIns="0" rtlCol="0" anchor="t"/>
          <a:lstStyle/>
          <a:p>
            <a:pPr marL="0" indent="0">
              <a:spcAft>
                <a:spcPts val="500"/>
              </a:spcAft>
              <a:buNone/>
            </a:pPr>
            <a:r>
              <a:rPr lang="en-US" sz="950" b="1" dirty="0">
                <a:solidFill>
                  <a:srgbClr val="A78BFA"/>
                </a:solidFill>
                <a:latin typeface="Arial" pitchFamily="34" charset="0"/>
                <a:ea typeface="Arial" pitchFamily="34" charset="-122"/>
                <a:cs typeface="Arial" pitchFamily="34" charset="-120"/>
              </a:rPr>
              <a:t>Morning</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Final Hacking Session</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12:00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Lunch</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13:00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Presentations &amp; Demos / Judging</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17:00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Award Ceremony</a:t>
            </a:r>
            <a:endParaRPr lang="en-US" sz="950" dirty="0"/>
          </a:p>
          <a:p>
            <a:pPr marL="0" indent="0">
              <a:spcAft>
                <a:spcPts val="500"/>
              </a:spcAft>
              <a:buNone/>
            </a:pPr>
            <a:r>
              <a:rPr lang="en-US" sz="950" b="1" dirty="0">
                <a:solidFill>
                  <a:srgbClr val="A78BFA"/>
                </a:solidFill>
                <a:latin typeface="Arial" pitchFamily="34" charset="0"/>
                <a:ea typeface="Arial" pitchFamily="34" charset="-122"/>
                <a:cs typeface="Arial" pitchFamily="34" charset="-120"/>
              </a:rPr>
              <a:t>18:00</a:t>
            </a:r>
            <a:endParaRPr lang="en-US" sz="950" dirty="0"/>
          </a:p>
          <a:p>
            <a:pPr marL="0" indent="0">
              <a:spcAft>
                <a:spcPts val="500"/>
              </a:spcAft>
              <a:buNone/>
            </a:pPr>
            <a:r>
              <a:rPr lang="en-US" sz="1100" dirty="0">
                <a:solidFill>
                  <a:srgbClr val="FFFFFF"/>
                </a:solidFill>
                <a:latin typeface="Arial" pitchFamily="34" charset="0"/>
                <a:ea typeface="Arial" pitchFamily="34" charset="-122"/>
                <a:cs typeface="Arial" pitchFamily="34" charset="-120"/>
              </a:rPr>
              <a:t>Networking Party</a:t>
            </a:r>
            <a:endParaRPr lang="en-US" sz="950" dirty="0"/>
          </a:p>
        </p:txBody>
      </p:sp>
      <p:sp>
        <p:nvSpPr>
          <p:cNvPr id="12" name="Text 10"/>
          <p:cNvSpPr/>
          <p:nvPr/>
        </p:nvSpPr>
        <p:spPr>
          <a:xfrm>
            <a:off x="502920" y="4526280"/>
            <a:ext cx="8138160" cy="320040"/>
          </a:xfrm>
          <a:prstGeom prst="rect">
            <a:avLst/>
          </a:prstGeom>
          <a:noFill/>
          <a:ln/>
        </p:spPr>
        <p:txBody>
          <a:bodyPr wrap="square" lIns="0" tIns="0" rIns="0" bIns="0" rtlCol="0" anchor="ctr"/>
          <a:lstStyle/>
          <a:p>
            <a:pPr marL="0" indent="0">
              <a:buNone/>
            </a:pPr>
            <a:r>
              <a:rPr lang="en-US" sz="1000" dirty="0">
                <a:solidFill>
                  <a:srgbClr val="6B7280"/>
                </a:solidFill>
                <a:latin typeface="Arial" pitchFamily="34" charset="0"/>
                <a:ea typeface="Arial" pitchFamily="34" charset="-122"/>
                <a:cs typeface="Arial" pitchFamily="34" charset="-120"/>
              </a:rPr>
              <a:t>*Schedule is subject to change without prior notice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0C14"/>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FAQ</a:t>
            </a:r>
            <a:endParaRPr lang="en-US" sz="2800" dirty="0"/>
          </a:p>
        </p:txBody>
      </p:sp>
      <p:pic>
        <p:nvPicPr>
          <p:cNvPr id="3" name="Image 0" descr="preencoded.png"/>
          <p:cNvPicPr>
            <a:picLocks noChangeAspect="1"/>
          </p:cNvPicPr>
          <p:nvPr/>
        </p:nvPicPr>
        <p:blipFill>
          <a:blip r:embed="rId3"/>
          <a:stretch>
            <a:fillRect/>
          </a:stretch>
        </p:blipFill>
        <p:spPr>
          <a:xfrm>
            <a:off x="8229600" y="347472"/>
            <a:ext cx="457200" cy="457200"/>
          </a:xfrm>
          <a:prstGeom prst="rect">
            <a:avLst/>
          </a:prstGeom>
        </p:spPr>
      </p:pic>
      <p:sp>
        <p:nvSpPr>
          <p:cNvPr id="4" name="Shape 1"/>
          <p:cNvSpPr/>
          <p:nvPr/>
        </p:nvSpPr>
        <p:spPr>
          <a:xfrm>
            <a:off x="502920" y="1005840"/>
            <a:ext cx="8138160" cy="658368"/>
          </a:xfrm>
          <a:prstGeom prst="roundRect">
            <a:avLst>
              <a:gd name="adj" fmla="val 8333"/>
            </a:avLst>
          </a:prstGeom>
          <a:solidFill>
            <a:srgbClr val="161826"/>
          </a:solidFill>
          <a:ln/>
        </p:spPr>
        <p:txBody>
          <a:bodyPr/>
          <a:lstStyle/>
          <a:p>
            <a:endParaRPr lang="ja-JP" altLang="en-US"/>
          </a:p>
        </p:txBody>
      </p:sp>
      <p:sp>
        <p:nvSpPr>
          <p:cNvPr id="5" name="Text 2"/>
          <p:cNvSpPr/>
          <p:nvPr/>
        </p:nvSpPr>
        <p:spPr>
          <a:xfrm>
            <a:off x="685800" y="1078992"/>
            <a:ext cx="365760" cy="512064"/>
          </a:xfrm>
          <a:prstGeom prst="rect">
            <a:avLst/>
          </a:prstGeom>
          <a:noFill/>
          <a:ln/>
        </p:spPr>
        <p:txBody>
          <a:bodyPr wrap="square" lIns="0" tIns="0" rIns="0" bIns="0" rtlCol="0" anchor="ctr"/>
          <a:lstStyle/>
          <a:p>
            <a:pPr marL="0" indent="0">
              <a:buNone/>
            </a:pPr>
            <a:r>
              <a:rPr lang="en-US" sz="1800" b="1" dirty="0">
                <a:solidFill>
                  <a:srgbClr val="A78BFA"/>
                </a:solidFill>
                <a:latin typeface="Arial" pitchFamily="34" charset="0"/>
                <a:ea typeface="Arial" pitchFamily="34" charset="-122"/>
                <a:cs typeface="Arial" pitchFamily="34" charset="-120"/>
              </a:rPr>
              <a:t>Q</a:t>
            </a:r>
            <a:endParaRPr lang="en-US" sz="1800" dirty="0"/>
          </a:p>
        </p:txBody>
      </p:sp>
      <p:sp>
        <p:nvSpPr>
          <p:cNvPr id="6" name="Text 3"/>
          <p:cNvSpPr/>
          <p:nvPr/>
        </p:nvSpPr>
        <p:spPr>
          <a:xfrm>
            <a:off x="1097280" y="1078992"/>
            <a:ext cx="2377440" cy="51206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Is there a fee?</a:t>
            </a:r>
            <a:endParaRPr lang="en-US" sz="1150" dirty="0"/>
          </a:p>
        </p:txBody>
      </p:sp>
      <p:sp>
        <p:nvSpPr>
          <p:cNvPr id="7" name="Text 4"/>
          <p:cNvSpPr/>
          <p:nvPr/>
        </p:nvSpPr>
        <p:spPr>
          <a:xfrm>
            <a:off x="3611880" y="1078992"/>
            <a:ext cx="4800600" cy="512064"/>
          </a:xfrm>
          <a:prstGeom prst="rect">
            <a:avLst/>
          </a:prstGeom>
          <a:noFill/>
          <a:ln/>
        </p:spPr>
        <p:txBody>
          <a:bodyPr wrap="square" lIns="0" tIns="0" rIns="0" bIns="0" rtlCol="0" anchor="ctr"/>
          <a:lstStyle/>
          <a:p>
            <a:pPr marL="0" indent="0">
              <a:buNone/>
            </a:pPr>
            <a:r>
              <a:rPr lang="en-US" sz="1050" dirty="0">
                <a:solidFill>
                  <a:srgbClr val="9BA3B5"/>
                </a:solidFill>
                <a:latin typeface="Arial" pitchFamily="34" charset="0"/>
                <a:ea typeface="Arial" pitchFamily="34" charset="-122"/>
                <a:cs typeface="Arial" pitchFamily="34" charset="-120"/>
              </a:rPr>
              <a:t>None — free to join. Meals and snacks are provided during the event.</a:t>
            </a:r>
            <a:endParaRPr lang="en-US" sz="1050" dirty="0"/>
          </a:p>
        </p:txBody>
      </p:sp>
      <p:sp>
        <p:nvSpPr>
          <p:cNvPr id="8" name="Shape 5"/>
          <p:cNvSpPr/>
          <p:nvPr/>
        </p:nvSpPr>
        <p:spPr>
          <a:xfrm>
            <a:off x="502920" y="1764792"/>
            <a:ext cx="8138160" cy="658368"/>
          </a:xfrm>
          <a:prstGeom prst="roundRect">
            <a:avLst>
              <a:gd name="adj" fmla="val 8333"/>
            </a:avLst>
          </a:prstGeom>
          <a:solidFill>
            <a:srgbClr val="1D2030"/>
          </a:solidFill>
          <a:ln/>
        </p:spPr>
        <p:txBody>
          <a:bodyPr/>
          <a:lstStyle/>
          <a:p>
            <a:endParaRPr lang="ja-JP" altLang="en-US"/>
          </a:p>
        </p:txBody>
      </p:sp>
      <p:sp>
        <p:nvSpPr>
          <p:cNvPr id="9" name="Text 6"/>
          <p:cNvSpPr/>
          <p:nvPr/>
        </p:nvSpPr>
        <p:spPr>
          <a:xfrm>
            <a:off x="685800" y="1837944"/>
            <a:ext cx="365760" cy="512064"/>
          </a:xfrm>
          <a:prstGeom prst="rect">
            <a:avLst/>
          </a:prstGeom>
          <a:noFill/>
          <a:ln/>
        </p:spPr>
        <p:txBody>
          <a:bodyPr wrap="square" lIns="0" tIns="0" rIns="0" bIns="0" rtlCol="0" anchor="ctr"/>
          <a:lstStyle/>
          <a:p>
            <a:pPr marL="0" indent="0">
              <a:buNone/>
            </a:pPr>
            <a:r>
              <a:rPr lang="en-US" sz="1800" b="1" dirty="0">
                <a:solidFill>
                  <a:srgbClr val="A78BFA"/>
                </a:solidFill>
                <a:latin typeface="Arial" pitchFamily="34" charset="0"/>
                <a:ea typeface="Arial" pitchFamily="34" charset="-122"/>
                <a:cs typeface="Arial" pitchFamily="34" charset="-120"/>
              </a:rPr>
              <a:t>Q</a:t>
            </a:r>
            <a:endParaRPr lang="en-US" sz="1800" dirty="0"/>
          </a:p>
        </p:txBody>
      </p:sp>
      <p:sp>
        <p:nvSpPr>
          <p:cNvPr id="10" name="Text 7"/>
          <p:cNvSpPr/>
          <p:nvPr/>
        </p:nvSpPr>
        <p:spPr>
          <a:xfrm>
            <a:off x="1097280" y="1837944"/>
            <a:ext cx="2377440" cy="51206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Is there a selection process?</a:t>
            </a:r>
            <a:endParaRPr lang="en-US" sz="1150" dirty="0"/>
          </a:p>
        </p:txBody>
      </p:sp>
      <p:sp>
        <p:nvSpPr>
          <p:cNvPr id="11" name="Text 8"/>
          <p:cNvSpPr/>
          <p:nvPr/>
        </p:nvSpPr>
        <p:spPr>
          <a:xfrm>
            <a:off x="3611880" y="1837944"/>
            <a:ext cx="4800600" cy="512064"/>
          </a:xfrm>
          <a:prstGeom prst="rect">
            <a:avLst/>
          </a:prstGeom>
          <a:noFill/>
          <a:ln/>
        </p:spPr>
        <p:txBody>
          <a:bodyPr wrap="square" lIns="0" tIns="0" rIns="0" bIns="0" rtlCol="0" anchor="ctr"/>
          <a:lstStyle/>
          <a:p>
            <a:pPr marL="0" indent="0">
              <a:buNone/>
            </a:pPr>
            <a:r>
              <a:rPr lang="en-US" sz="1050" dirty="0">
                <a:solidFill>
                  <a:srgbClr val="9BA3B5"/>
                </a:solidFill>
                <a:latin typeface="Arial" pitchFamily="34" charset="0"/>
                <a:ea typeface="Arial" pitchFamily="34" charset="-122"/>
                <a:cs typeface="Arial" pitchFamily="34" charset="-120"/>
              </a:rPr>
              <a:t>Yes. Not first come, first served — participants are chosen based on application answers.</a:t>
            </a:r>
            <a:endParaRPr lang="en-US" sz="1050" dirty="0"/>
          </a:p>
        </p:txBody>
      </p:sp>
      <p:sp>
        <p:nvSpPr>
          <p:cNvPr id="12" name="Shape 9"/>
          <p:cNvSpPr/>
          <p:nvPr/>
        </p:nvSpPr>
        <p:spPr>
          <a:xfrm>
            <a:off x="502920" y="2523744"/>
            <a:ext cx="8138160" cy="658368"/>
          </a:xfrm>
          <a:prstGeom prst="roundRect">
            <a:avLst>
              <a:gd name="adj" fmla="val 8333"/>
            </a:avLst>
          </a:prstGeom>
          <a:solidFill>
            <a:srgbClr val="161826"/>
          </a:solidFill>
          <a:ln/>
        </p:spPr>
        <p:txBody>
          <a:bodyPr/>
          <a:lstStyle/>
          <a:p>
            <a:endParaRPr lang="ja-JP" altLang="en-US"/>
          </a:p>
        </p:txBody>
      </p:sp>
      <p:sp>
        <p:nvSpPr>
          <p:cNvPr id="13" name="Text 10"/>
          <p:cNvSpPr/>
          <p:nvPr/>
        </p:nvSpPr>
        <p:spPr>
          <a:xfrm>
            <a:off x="685800" y="2596896"/>
            <a:ext cx="365760" cy="512064"/>
          </a:xfrm>
          <a:prstGeom prst="rect">
            <a:avLst/>
          </a:prstGeom>
          <a:noFill/>
          <a:ln/>
        </p:spPr>
        <p:txBody>
          <a:bodyPr wrap="square" lIns="0" tIns="0" rIns="0" bIns="0" rtlCol="0" anchor="ctr"/>
          <a:lstStyle/>
          <a:p>
            <a:pPr marL="0" indent="0">
              <a:buNone/>
            </a:pPr>
            <a:r>
              <a:rPr lang="en-US" sz="1800" b="1" dirty="0">
                <a:solidFill>
                  <a:srgbClr val="A78BFA"/>
                </a:solidFill>
                <a:latin typeface="Arial" pitchFamily="34" charset="0"/>
                <a:ea typeface="Arial" pitchFamily="34" charset="-122"/>
                <a:cs typeface="Arial" pitchFamily="34" charset="-120"/>
              </a:rPr>
              <a:t>Q</a:t>
            </a:r>
            <a:endParaRPr lang="en-US" sz="1800" dirty="0"/>
          </a:p>
        </p:txBody>
      </p:sp>
      <p:sp>
        <p:nvSpPr>
          <p:cNvPr id="14" name="Text 11"/>
          <p:cNvSpPr/>
          <p:nvPr/>
        </p:nvSpPr>
        <p:spPr>
          <a:xfrm>
            <a:off x="1097280" y="2596896"/>
            <a:ext cx="2377440" cy="51206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Can I apply solo?</a:t>
            </a:r>
            <a:endParaRPr lang="en-US" sz="1150" dirty="0"/>
          </a:p>
        </p:txBody>
      </p:sp>
      <p:sp>
        <p:nvSpPr>
          <p:cNvPr id="15" name="Text 12"/>
          <p:cNvSpPr/>
          <p:nvPr/>
        </p:nvSpPr>
        <p:spPr>
          <a:xfrm>
            <a:off x="3611880" y="2596896"/>
            <a:ext cx="4800600" cy="512064"/>
          </a:xfrm>
          <a:prstGeom prst="rect">
            <a:avLst/>
          </a:prstGeom>
          <a:noFill/>
          <a:ln/>
        </p:spPr>
        <p:txBody>
          <a:bodyPr wrap="square" lIns="0" tIns="0" rIns="0" bIns="0" rtlCol="0" anchor="ctr"/>
          <a:lstStyle/>
          <a:p>
            <a:pPr marL="0" indent="0">
              <a:buNone/>
            </a:pPr>
            <a:r>
              <a:rPr lang="en-US" sz="1050" dirty="0">
                <a:solidFill>
                  <a:srgbClr val="9BA3B5"/>
                </a:solidFill>
                <a:latin typeface="Arial" pitchFamily="34" charset="0"/>
                <a:ea typeface="Arial" pitchFamily="34" charset="-122"/>
                <a:cs typeface="Arial" pitchFamily="34" charset="-120"/>
              </a:rPr>
              <a:t>Yes! Team-building sessions will be held on the first day of the event.</a:t>
            </a:r>
            <a:endParaRPr lang="en-US" sz="1050" dirty="0"/>
          </a:p>
        </p:txBody>
      </p:sp>
      <p:sp>
        <p:nvSpPr>
          <p:cNvPr id="16" name="Shape 13"/>
          <p:cNvSpPr/>
          <p:nvPr/>
        </p:nvSpPr>
        <p:spPr>
          <a:xfrm>
            <a:off x="502920" y="3282696"/>
            <a:ext cx="8138160" cy="658368"/>
          </a:xfrm>
          <a:prstGeom prst="roundRect">
            <a:avLst>
              <a:gd name="adj" fmla="val 8333"/>
            </a:avLst>
          </a:prstGeom>
          <a:solidFill>
            <a:srgbClr val="1D2030"/>
          </a:solidFill>
          <a:ln/>
        </p:spPr>
        <p:txBody>
          <a:bodyPr/>
          <a:lstStyle/>
          <a:p>
            <a:endParaRPr lang="ja-JP" altLang="en-US"/>
          </a:p>
        </p:txBody>
      </p:sp>
      <p:sp>
        <p:nvSpPr>
          <p:cNvPr id="17" name="Text 14"/>
          <p:cNvSpPr/>
          <p:nvPr/>
        </p:nvSpPr>
        <p:spPr>
          <a:xfrm>
            <a:off x="685800" y="3355848"/>
            <a:ext cx="365760" cy="512064"/>
          </a:xfrm>
          <a:prstGeom prst="rect">
            <a:avLst/>
          </a:prstGeom>
          <a:noFill/>
          <a:ln/>
        </p:spPr>
        <p:txBody>
          <a:bodyPr wrap="square" lIns="0" tIns="0" rIns="0" bIns="0" rtlCol="0" anchor="ctr"/>
          <a:lstStyle/>
          <a:p>
            <a:pPr marL="0" indent="0">
              <a:buNone/>
            </a:pPr>
            <a:r>
              <a:rPr lang="en-US" sz="1800" b="1" dirty="0">
                <a:solidFill>
                  <a:srgbClr val="A78BFA"/>
                </a:solidFill>
                <a:latin typeface="Arial" pitchFamily="34" charset="0"/>
                <a:ea typeface="Arial" pitchFamily="34" charset="-122"/>
                <a:cs typeface="Arial" pitchFamily="34" charset="-120"/>
              </a:rPr>
              <a:t>Q</a:t>
            </a:r>
            <a:endParaRPr lang="en-US" sz="1800" dirty="0"/>
          </a:p>
        </p:txBody>
      </p:sp>
      <p:sp>
        <p:nvSpPr>
          <p:cNvPr id="18" name="Text 15"/>
          <p:cNvSpPr/>
          <p:nvPr/>
        </p:nvSpPr>
        <p:spPr>
          <a:xfrm>
            <a:off x="1097280" y="3355848"/>
            <a:ext cx="2377440" cy="51206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Travel &amp; accommodation?</a:t>
            </a:r>
            <a:endParaRPr lang="en-US" sz="1150" dirty="0"/>
          </a:p>
        </p:txBody>
      </p:sp>
      <p:sp>
        <p:nvSpPr>
          <p:cNvPr id="19" name="Text 16"/>
          <p:cNvSpPr/>
          <p:nvPr/>
        </p:nvSpPr>
        <p:spPr>
          <a:xfrm>
            <a:off x="3611880" y="3355848"/>
            <a:ext cx="4800600" cy="512064"/>
          </a:xfrm>
          <a:prstGeom prst="rect">
            <a:avLst/>
          </a:prstGeom>
          <a:noFill/>
          <a:ln/>
        </p:spPr>
        <p:txBody>
          <a:bodyPr wrap="square" lIns="0" tIns="0" rIns="0" bIns="0" rtlCol="0" anchor="ctr"/>
          <a:lstStyle/>
          <a:p>
            <a:pPr marL="0" indent="0">
              <a:buNone/>
            </a:pPr>
            <a:r>
              <a:rPr lang="en-US" sz="1050" dirty="0">
                <a:solidFill>
                  <a:srgbClr val="9BA3B5"/>
                </a:solidFill>
                <a:latin typeface="Arial" pitchFamily="34" charset="0"/>
                <a:ea typeface="Arial" pitchFamily="34" charset="-122"/>
                <a:cs typeface="Arial" pitchFamily="34" charset="-120"/>
              </a:rPr>
              <a:t>Self-funded. A rest zone is available inside the venue. No parking — public transport recommended.</a:t>
            </a:r>
            <a:endParaRPr lang="en-US" sz="1050" dirty="0"/>
          </a:p>
        </p:txBody>
      </p:sp>
      <p:sp>
        <p:nvSpPr>
          <p:cNvPr id="20" name="Shape 17"/>
          <p:cNvSpPr/>
          <p:nvPr/>
        </p:nvSpPr>
        <p:spPr>
          <a:xfrm>
            <a:off x="502920" y="4041648"/>
            <a:ext cx="8138160" cy="658368"/>
          </a:xfrm>
          <a:prstGeom prst="roundRect">
            <a:avLst>
              <a:gd name="adj" fmla="val 8333"/>
            </a:avLst>
          </a:prstGeom>
          <a:solidFill>
            <a:srgbClr val="161826"/>
          </a:solidFill>
          <a:ln/>
        </p:spPr>
        <p:txBody>
          <a:bodyPr/>
          <a:lstStyle/>
          <a:p>
            <a:endParaRPr lang="ja-JP" altLang="en-US"/>
          </a:p>
        </p:txBody>
      </p:sp>
      <p:sp>
        <p:nvSpPr>
          <p:cNvPr id="21" name="Text 18"/>
          <p:cNvSpPr/>
          <p:nvPr/>
        </p:nvSpPr>
        <p:spPr>
          <a:xfrm>
            <a:off x="685800" y="4114800"/>
            <a:ext cx="365760" cy="512064"/>
          </a:xfrm>
          <a:prstGeom prst="rect">
            <a:avLst/>
          </a:prstGeom>
          <a:noFill/>
          <a:ln/>
        </p:spPr>
        <p:txBody>
          <a:bodyPr wrap="square" lIns="0" tIns="0" rIns="0" bIns="0" rtlCol="0" anchor="ctr"/>
          <a:lstStyle/>
          <a:p>
            <a:pPr marL="0" indent="0">
              <a:buNone/>
            </a:pPr>
            <a:r>
              <a:rPr lang="en-US" sz="1800" b="1" dirty="0">
                <a:solidFill>
                  <a:srgbClr val="A78BFA"/>
                </a:solidFill>
                <a:latin typeface="Arial" pitchFamily="34" charset="0"/>
                <a:ea typeface="Arial" pitchFamily="34" charset="-122"/>
                <a:cs typeface="Arial" pitchFamily="34" charset="-120"/>
              </a:rPr>
              <a:t>Q</a:t>
            </a:r>
            <a:endParaRPr lang="en-US" sz="1800" dirty="0"/>
          </a:p>
        </p:txBody>
      </p:sp>
      <p:sp>
        <p:nvSpPr>
          <p:cNvPr id="22" name="Text 19"/>
          <p:cNvSpPr/>
          <p:nvPr/>
        </p:nvSpPr>
        <p:spPr>
          <a:xfrm>
            <a:off x="1097280" y="4114800"/>
            <a:ext cx="2377440" cy="51206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Who owns the project IP?</a:t>
            </a:r>
            <a:endParaRPr lang="en-US" sz="1150" dirty="0"/>
          </a:p>
        </p:txBody>
      </p:sp>
      <p:sp>
        <p:nvSpPr>
          <p:cNvPr id="23" name="Text 20"/>
          <p:cNvSpPr/>
          <p:nvPr/>
        </p:nvSpPr>
        <p:spPr>
          <a:xfrm>
            <a:off x="3611880" y="4114800"/>
            <a:ext cx="4800600" cy="512064"/>
          </a:xfrm>
          <a:prstGeom prst="rect">
            <a:avLst/>
          </a:prstGeom>
          <a:noFill/>
          <a:ln/>
        </p:spPr>
        <p:txBody>
          <a:bodyPr wrap="square" lIns="0" tIns="0" rIns="0" bIns="0" rtlCol="0" anchor="ctr"/>
          <a:lstStyle/>
          <a:p>
            <a:pPr marL="0" indent="0">
              <a:buNone/>
            </a:pPr>
            <a:r>
              <a:rPr lang="en-US" sz="1050" dirty="0">
                <a:solidFill>
                  <a:srgbClr val="9BA3B5"/>
                </a:solidFill>
                <a:latin typeface="Arial" pitchFamily="34" charset="0"/>
                <a:ea typeface="Arial" pitchFamily="34" charset="-122"/>
                <a:cs typeface="Arial" pitchFamily="34" charset="-120"/>
              </a:rPr>
              <a:t>Your team does. JUNCTION X KYUTECH doesn't claim any rights.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B0C14"/>
        </a:solidFill>
        <a:effectLst/>
      </p:bgPr>
    </p:bg>
    <p:spTree>
      <p:nvGrpSpPr>
        <p:cNvPr id="1" name=""/>
        <p:cNvGrpSpPr/>
        <p:nvPr/>
      </p:nvGrpSpPr>
      <p:grpSpPr>
        <a:xfrm>
          <a:off x="0" y="0"/>
          <a:ext cx="0" cy="0"/>
          <a:chOff x="0" y="0"/>
          <a:chExt cx="0" cy="0"/>
        </a:xfrm>
      </p:grpSpPr>
      <p:sp>
        <p:nvSpPr>
          <p:cNvPr id="2" name="Shape 0"/>
          <p:cNvSpPr/>
          <p:nvPr/>
        </p:nvSpPr>
        <p:spPr>
          <a:xfrm>
            <a:off x="6583680" y="-1645920"/>
            <a:ext cx="4206240" cy="4206240"/>
          </a:xfrm>
          <a:prstGeom prst="ellipse">
            <a:avLst/>
          </a:prstGeom>
          <a:solidFill>
            <a:srgbClr val="16283F">
              <a:alpha val="65000"/>
            </a:srgbClr>
          </a:solidFill>
          <a:ln/>
        </p:spPr>
        <p:txBody>
          <a:bodyPr/>
          <a:lstStyle/>
          <a:p>
            <a:endParaRPr lang="ja-JP" altLang="en-US"/>
          </a:p>
        </p:txBody>
      </p:sp>
      <p:sp>
        <p:nvSpPr>
          <p:cNvPr id="3" name="Text 1"/>
          <p:cNvSpPr/>
          <p:nvPr/>
        </p:nvSpPr>
        <p:spPr>
          <a:xfrm>
            <a:off x="502920" y="292608"/>
            <a:ext cx="813816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How to Apply</a:t>
            </a:r>
            <a:endParaRPr lang="en-US" sz="2800" dirty="0"/>
          </a:p>
        </p:txBody>
      </p:sp>
      <p:sp>
        <p:nvSpPr>
          <p:cNvPr id="4" name="Text 2"/>
          <p:cNvSpPr/>
          <p:nvPr/>
        </p:nvSpPr>
        <p:spPr>
          <a:xfrm>
            <a:off x="502920" y="1005840"/>
            <a:ext cx="8138160" cy="50292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Apply now via the application form!</a:t>
            </a:r>
            <a:endParaRPr lang="en-US" sz="2400" dirty="0"/>
          </a:p>
        </p:txBody>
      </p:sp>
      <p:pic>
        <p:nvPicPr>
          <p:cNvPr id="6" name="Image 0" descr="preencoded.png"/>
          <p:cNvPicPr>
            <a:picLocks noChangeAspect="1"/>
          </p:cNvPicPr>
          <p:nvPr/>
        </p:nvPicPr>
        <p:blipFill>
          <a:blip r:embed="rId3"/>
          <a:stretch>
            <a:fillRect/>
          </a:stretch>
        </p:blipFill>
        <p:spPr>
          <a:xfrm>
            <a:off x="777240" y="1792224"/>
            <a:ext cx="274320" cy="274320"/>
          </a:xfrm>
          <a:prstGeom prst="rect">
            <a:avLst/>
          </a:prstGeom>
        </p:spPr>
      </p:pic>
      <p:sp>
        <p:nvSpPr>
          <p:cNvPr id="7" name="Text 4"/>
          <p:cNvSpPr/>
          <p:nvPr/>
        </p:nvSpPr>
        <p:spPr>
          <a:xfrm>
            <a:off x="1188720" y="1645920"/>
            <a:ext cx="4389120" cy="566928"/>
          </a:xfrm>
          <a:prstGeom prst="rect">
            <a:avLst/>
          </a:prstGeom>
          <a:noFill/>
          <a:ln/>
        </p:spPr>
        <p:txBody>
          <a:bodyPr wrap="square" lIns="0" tIns="0" rIns="0" bIns="0" rtlCol="0" anchor="ctr"/>
          <a:lstStyle/>
          <a:p>
            <a:pPr marL="0" indent="0">
              <a:buNone/>
            </a:pPr>
            <a:r>
              <a:rPr lang="en-US" sz="1600" b="1" dirty="0">
                <a:solidFill>
                  <a:srgbClr val="0B0C14"/>
                </a:solidFill>
                <a:latin typeface="Arial" pitchFamily="34" charset="0"/>
                <a:ea typeface="Arial" pitchFamily="34" charset="-122"/>
                <a:cs typeface="Arial" pitchFamily="34" charset="-120"/>
              </a:rPr>
              <a:t>forms.office.com/r/gVQ48R3J75</a:t>
            </a:r>
            <a:endParaRPr lang="en-US" sz="1600" dirty="0"/>
          </a:p>
        </p:txBody>
      </p:sp>
      <p:sp>
        <p:nvSpPr>
          <p:cNvPr id="8" name="Text 5"/>
          <p:cNvSpPr/>
          <p:nvPr/>
        </p:nvSpPr>
        <p:spPr>
          <a:xfrm>
            <a:off x="766689" y="1965960"/>
            <a:ext cx="7863840" cy="118872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300" dirty="0">
                <a:solidFill>
                  <a:srgbClr val="FFFFFF"/>
                </a:solidFill>
                <a:latin typeface="Arial" pitchFamily="34" charset="0"/>
                <a:ea typeface="Arial" pitchFamily="34" charset="-122"/>
                <a:cs typeface="Arial" pitchFamily="34" charset="-120"/>
              </a:rPr>
              <a:t>Open the application </a:t>
            </a:r>
            <a:endParaRPr lang="en-US" sz="1300" dirty="0"/>
          </a:p>
          <a:p>
            <a:pPr marL="342900" indent="-342900">
              <a:spcAft>
                <a:spcPts val="800"/>
              </a:spcAft>
              <a:buSzPct val="100000"/>
              <a:buFont typeface="+mj-lt"/>
              <a:buAutoNum type="arabicPeriod"/>
            </a:pPr>
            <a:r>
              <a:rPr lang="en-US" sz="1300" dirty="0">
                <a:solidFill>
                  <a:srgbClr val="FFFFFF"/>
                </a:solidFill>
                <a:latin typeface="Arial" pitchFamily="34" charset="0"/>
                <a:ea typeface="Arial" pitchFamily="34" charset="-122"/>
                <a:cs typeface="Arial" pitchFamily="34" charset="-120"/>
              </a:rPr>
              <a:t>Answer a few questions and submit</a:t>
            </a:r>
            <a:endParaRPr lang="en-US" sz="1300" dirty="0"/>
          </a:p>
          <a:p>
            <a:pPr marL="342900" indent="-342900">
              <a:spcAft>
                <a:spcPts val="800"/>
              </a:spcAft>
              <a:buSzPct val="100000"/>
              <a:buFont typeface="+mj-lt"/>
              <a:buAutoNum type="arabicPeriod"/>
            </a:pPr>
            <a:r>
              <a:rPr lang="en-US" sz="1300" dirty="0">
                <a:solidFill>
                  <a:srgbClr val="FFFFFF"/>
                </a:solidFill>
                <a:latin typeface="Arial" pitchFamily="34" charset="0"/>
                <a:ea typeface="Arial" pitchFamily="34" charset="-122"/>
                <a:cs typeface="Arial" pitchFamily="34" charset="-120"/>
              </a:rPr>
              <a:t>Wait for the selection results</a:t>
            </a:r>
            <a:endParaRPr lang="en-US" sz="1300" dirty="0"/>
          </a:p>
        </p:txBody>
      </p:sp>
      <p:sp>
        <p:nvSpPr>
          <p:cNvPr id="9" name="Text 6"/>
          <p:cNvSpPr/>
          <p:nvPr/>
        </p:nvSpPr>
        <p:spPr>
          <a:xfrm>
            <a:off x="548640" y="3657600"/>
            <a:ext cx="8138160" cy="320040"/>
          </a:xfrm>
          <a:prstGeom prst="rect">
            <a:avLst/>
          </a:prstGeom>
          <a:noFill/>
          <a:ln/>
        </p:spPr>
        <p:txBody>
          <a:bodyPr wrap="square" lIns="0" tIns="0" rIns="0" bIns="0" rtlCol="0" anchor="ctr"/>
          <a:lstStyle/>
          <a:p>
            <a:pPr marL="0" indent="0">
              <a:buNone/>
            </a:pPr>
            <a:r>
              <a:rPr lang="en-US" sz="1150" dirty="0">
                <a:solidFill>
                  <a:srgbClr val="9BA3B5"/>
                </a:solidFill>
                <a:latin typeface="Arial" pitchFamily="34" charset="0"/>
                <a:ea typeface="Arial" pitchFamily="34" charset="-122"/>
                <a:cs typeface="Arial" pitchFamily="34" charset="-120"/>
              </a:rPr>
              <a:t>Latest info: kyutech.hackjunction.com / Follow us on X &amp; Instagram</a:t>
            </a:r>
            <a:endParaRPr lang="en-US" sz="1150" dirty="0"/>
          </a:p>
        </p:txBody>
      </p:sp>
      <p:sp>
        <p:nvSpPr>
          <p:cNvPr id="10" name="Text 7"/>
          <p:cNvSpPr/>
          <p:nvPr/>
        </p:nvSpPr>
        <p:spPr>
          <a:xfrm>
            <a:off x="502920" y="4251960"/>
            <a:ext cx="8138160" cy="457200"/>
          </a:xfrm>
          <a:prstGeom prst="rect">
            <a:avLst/>
          </a:prstGeom>
          <a:noFill/>
          <a:ln/>
        </p:spPr>
        <p:txBody>
          <a:bodyPr wrap="square" lIns="0" tIns="0" rIns="0" bIns="0" rtlCol="0" anchor="ctr"/>
          <a:lstStyle/>
          <a:p>
            <a:pPr marL="0" indent="0">
              <a:buNone/>
            </a:pPr>
            <a:r>
              <a:rPr lang="en-US" sz="1500" b="1" i="1" dirty="0">
                <a:solidFill>
                  <a:srgbClr val="35E0E8"/>
                </a:solidFill>
                <a:latin typeface="Arial" pitchFamily="34" charset="0"/>
                <a:ea typeface="Arial" pitchFamily="34" charset="-122"/>
                <a:cs typeface="Arial" pitchFamily="34" charset="-120"/>
              </a:rPr>
              <a:t>Three days connected to the world. We're waiting for what you'll create.</a:t>
            </a:r>
            <a:endParaRPr lang="en-US" sz="1500" dirty="0"/>
          </a:p>
        </p:txBody>
      </p:sp>
      <p:pic>
        <p:nvPicPr>
          <p:cNvPr id="15" name="図 14">
            <a:extLst>
              <a:ext uri="{FF2B5EF4-FFF2-40B4-BE49-F238E27FC236}">
                <a16:creationId xmlns:a16="http://schemas.microsoft.com/office/drawing/2014/main" id="{66137422-9E8D-3D43-5E83-30B4177F9F40}"/>
              </a:ext>
            </a:extLst>
          </p:cNvPr>
          <p:cNvPicPr>
            <a:picLocks noChangeAspect="1"/>
          </p:cNvPicPr>
          <p:nvPr/>
        </p:nvPicPr>
        <p:blipFill>
          <a:blip r:embed="rId4"/>
          <a:srcRect/>
          <a:stretch/>
        </p:blipFill>
        <p:spPr>
          <a:xfrm>
            <a:off x="5289452" y="1902318"/>
            <a:ext cx="974212" cy="974212"/>
          </a:xfrm>
          <a:prstGeom prst="rect">
            <a:avLst/>
          </a:prstGeom>
        </p:spPr>
      </p:pic>
      <p:sp>
        <p:nvSpPr>
          <p:cNvPr id="17" name="Rectangle 1">
            <a:extLst>
              <a:ext uri="{FF2B5EF4-FFF2-40B4-BE49-F238E27FC236}">
                <a16:creationId xmlns:a16="http://schemas.microsoft.com/office/drawing/2014/main" id="{F6C3D3C3-ACBF-6267-DC7D-89501F23C2F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19" name="Rectangle 2">
            <a:extLst>
              <a:ext uri="{FF2B5EF4-FFF2-40B4-BE49-F238E27FC236}">
                <a16:creationId xmlns:a16="http://schemas.microsoft.com/office/drawing/2014/main" id="{B621C80A-9DAC-C945-3E6E-A52E61C21025}"/>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20" name="Rectangle 3">
            <a:extLst>
              <a:ext uri="{FF2B5EF4-FFF2-40B4-BE49-F238E27FC236}">
                <a16:creationId xmlns:a16="http://schemas.microsoft.com/office/drawing/2014/main" id="{6C03CDE8-3FEB-27CD-F654-BE251270ED15}"/>
              </a:ext>
            </a:extLst>
          </p:cNvPr>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24" name="図 23" descr="QR コード&#10;&#10;AI 生成コンテンツは誤りを含む可能性があります。">
            <a:extLst>
              <a:ext uri="{FF2B5EF4-FFF2-40B4-BE49-F238E27FC236}">
                <a16:creationId xmlns:a16="http://schemas.microsoft.com/office/drawing/2014/main" id="{2292AB5E-D3B5-BD35-FBCE-7188E014AE6A}"/>
              </a:ext>
            </a:extLst>
          </p:cNvPr>
          <p:cNvPicPr>
            <a:picLocks noChangeAspect="1"/>
          </p:cNvPicPr>
          <p:nvPr/>
        </p:nvPicPr>
        <p:blipFill>
          <a:blip r:embed="rId5"/>
          <a:stretch>
            <a:fillRect/>
          </a:stretch>
        </p:blipFill>
        <p:spPr>
          <a:xfrm>
            <a:off x="5119534" y="3766214"/>
            <a:ext cx="485745" cy="485745"/>
          </a:xfrm>
          <a:prstGeom prst="rect">
            <a:avLst/>
          </a:prstGeom>
        </p:spPr>
      </p:pic>
      <p:pic>
        <p:nvPicPr>
          <p:cNvPr id="26" name="図 25" descr="QR コード&#10;&#10;AI 生成コンテンツは誤りを含む可能性があります。">
            <a:extLst>
              <a:ext uri="{FF2B5EF4-FFF2-40B4-BE49-F238E27FC236}">
                <a16:creationId xmlns:a16="http://schemas.microsoft.com/office/drawing/2014/main" id="{1062B221-35CC-A44D-B726-DA0CA938BA97}"/>
              </a:ext>
            </a:extLst>
          </p:cNvPr>
          <p:cNvPicPr>
            <a:picLocks noChangeAspect="1"/>
          </p:cNvPicPr>
          <p:nvPr/>
        </p:nvPicPr>
        <p:blipFill>
          <a:blip r:embed="rId6"/>
          <a:stretch>
            <a:fillRect/>
          </a:stretch>
        </p:blipFill>
        <p:spPr>
          <a:xfrm>
            <a:off x="5797692" y="3766215"/>
            <a:ext cx="485745" cy="485745"/>
          </a:xfrm>
          <a:prstGeom prst="rect">
            <a:avLst/>
          </a:prstGeom>
        </p:spPr>
      </p:pic>
      <p:pic>
        <p:nvPicPr>
          <p:cNvPr id="11" name="図 10" descr="QR コード&#10;&#10;AI 生成コンテンツは誤りを含む可能性があります。">
            <a:extLst>
              <a:ext uri="{FF2B5EF4-FFF2-40B4-BE49-F238E27FC236}">
                <a16:creationId xmlns:a16="http://schemas.microsoft.com/office/drawing/2014/main" id="{3CED7957-88A7-0754-3AA1-C866ABE59BCB}"/>
              </a:ext>
            </a:extLst>
          </p:cNvPr>
          <p:cNvPicPr>
            <a:picLocks noChangeAspect="1"/>
          </p:cNvPicPr>
          <p:nvPr/>
        </p:nvPicPr>
        <p:blipFill>
          <a:blip r:embed="rId7"/>
          <a:stretch>
            <a:fillRect/>
          </a:stretch>
        </p:blipFill>
        <p:spPr>
          <a:xfrm>
            <a:off x="5182198" y="1769902"/>
            <a:ext cx="1188720" cy="1188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CF1168AA2E974744AEA14D5D87F46B1F" ma:contentTypeVersion="15" ma:contentTypeDescription="新しいドキュメントを作成します。" ma:contentTypeScope="" ma:versionID="74605f7ebf3bc4a14902065a959362f6">
  <xsd:schema xmlns:xsd="http://www.w3.org/2001/XMLSchema" xmlns:xs="http://www.w3.org/2001/XMLSchema" xmlns:p="http://schemas.microsoft.com/office/2006/metadata/properties" xmlns:ns2="168f4a0c-872f-4b37-97be-894b7a041311" xmlns:ns3="d7b6fa09-b89a-404b-b31b-40067a06fe6e" targetNamespace="http://schemas.microsoft.com/office/2006/metadata/properties" ma:root="true" ma:fieldsID="71d7b9a4cf521bc54a6780a94d1cf653" ns2:_="" ns3:_="">
    <xsd:import namespace="168f4a0c-872f-4b37-97be-894b7a041311"/>
    <xsd:import namespace="d7b6fa09-b89a-404b-b31b-40067a06fe6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8f4a0c-872f-4b37-97be-894b7a0413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20911c13-7daa-4af7-adf8-fef2a7e9f65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7b6fa09-b89a-404b-b31b-40067a06fe6e"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443a8d76-4cdf-478f-a018-c2ee0adbefad}" ma:internalName="TaxCatchAll" ma:showField="CatchAllData" ma:web="d7b6fa09-b89a-404b-b31b-40067a06fe6e">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7b6fa09-b89a-404b-b31b-40067a06fe6e" xsi:nil="true"/>
    <lcf76f155ced4ddcb4097134ff3c332f xmlns="168f4a0c-872f-4b37-97be-894b7a04131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AF1D03C-3FA6-4460-B2BB-C7CB57364A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8f4a0c-872f-4b37-97be-894b7a041311"/>
    <ds:schemaRef ds:uri="d7b6fa09-b89a-404b-b31b-40067a06fe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014F5C-621D-4936-B3FC-9068A37E0FE5}">
  <ds:schemaRefs>
    <ds:schemaRef ds:uri="http://schemas.microsoft.com/sharepoint/v3/contenttype/forms"/>
  </ds:schemaRefs>
</ds:datastoreItem>
</file>

<file path=customXml/itemProps3.xml><?xml version="1.0" encoding="utf-8"?>
<ds:datastoreItem xmlns:ds="http://schemas.openxmlformats.org/officeDocument/2006/customXml" ds:itemID="{5719FD35-C437-433E-BB79-721F7361B299}">
  <ds:schemaRefs>
    <ds:schemaRef ds:uri="http://schemas.microsoft.com/office/2006/metadata/properties"/>
    <ds:schemaRef ds:uri="http://schemas.microsoft.com/office/infopath/2007/PartnerControls"/>
    <ds:schemaRef ds:uri="d7b6fa09-b89a-404b-b31b-40067a06fe6e"/>
    <ds:schemaRef ds:uri="168f4a0c-872f-4b37-97be-894b7a041311"/>
  </ds:schemaRefs>
</ds:datastoreItem>
</file>

<file path=docProps/app.xml><?xml version="1.0" encoding="utf-8"?>
<Properties xmlns="http://schemas.openxmlformats.org/officeDocument/2006/extended-properties" xmlns:vt="http://schemas.openxmlformats.org/officeDocument/2006/docPropsVTypes">
  <TotalTime>59</TotalTime>
  <Words>851</Words>
  <Application>Microsoft Office PowerPoint</Application>
  <PresentationFormat>画面に合わせる (16:9)</PresentationFormat>
  <Paragraphs>150</Paragraphs>
  <Slides>12</Slides>
  <Notes>12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Meiryo</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JUNCTION X KYUTECH 2026</dc:title>
  <dc:subject>PptxGenJS Presentation</dc:subject>
  <dc:creator>PptxGenJS</dc:creator>
  <cp:lastModifiedBy>松浦 水咲</cp:lastModifiedBy>
  <cp:revision>2</cp:revision>
  <dcterms:created xsi:type="dcterms:W3CDTF">2026-07-08T01:17:32Z</dcterms:created>
  <dcterms:modified xsi:type="dcterms:W3CDTF">2026-07-10T01:13:28Z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0x010100CF1168AA2E974744AEA14D5D87F46B1F</vt:lpwstr>
  </property>
  <property fmtid="{D5CDD505-2E9C-101B-9397-08002B2CF9AE}" pid="3" name="MediaServiceImageTags">
    <vt:lpwstr/>
  </property>
</Properties>
</file>